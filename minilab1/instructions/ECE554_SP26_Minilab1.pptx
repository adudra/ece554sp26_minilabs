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4"/>
  </p:sldMasterIdLst>
  <p:notesMasterIdLst>
    <p:notesMasterId r:id="rId16"/>
  </p:notesMasterIdLst>
  <p:sldIdLst>
    <p:sldId id="268" r:id="rId5"/>
    <p:sldId id="270" r:id="rId6"/>
    <p:sldId id="278" r:id="rId7"/>
    <p:sldId id="292" r:id="rId8"/>
    <p:sldId id="283" r:id="rId9"/>
    <p:sldId id="293" r:id="rId10"/>
    <p:sldId id="298" r:id="rId11"/>
    <p:sldId id="299" r:id="rId12"/>
    <p:sldId id="301" r:id="rId13"/>
    <p:sldId id="291" r:id="rId14"/>
    <p:sldId id="275"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5050C"/>
    <a:srgbClr val="0479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346D6A-26A0-4861-9AB7-08C09BDA0D53}" v="1429" dt="2026-01-22T10:51:31.6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ishek Bhattacharyya" userId="7ebdce7f44bb2839" providerId="LiveId" clId="{6A1DB72E-039A-4452-B91B-D6E0B6B11E14}"/>
    <pc:docChg chg="undo custSel addSld delSld modSld sldOrd">
      <pc:chgData name="Abhishek Bhattacharyya" userId="7ebdce7f44bb2839" providerId="LiveId" clId="{6A1DB72E-039A-4452-B91B-D6E0B6B11E14}" dt="2026-01-26T05:11:01.153" v="6804" actId="14100"/>
      <pc:docMkLst>
        <pc:docMk/>
      </pc:docMkLst>
      <pc:sldChg chg="modSp mod">
        <pc:chgData name="Abhishek Bhattacharyya" userId="7ebdce7f44bb2839" providerId="LiveId" clId="{6A1DB72E-039A-4452-B91B-D6E0B6B11E14}" dt="2026-01-22T10:04:54.612" v="3974" actId="1076"/>
        <pc:sldMkLst>
          <pc:docMk/>
          <pc:sldMk cId="4014018068" sldId="270"/>
        </pc:sldMkLst>
        <pc:spChg chg="mod">
          <ac:chgData name="Abhishek Bhattacharyya" userId="7ebdce7f44bb2839" providerId="LiveId" clId="{6A1DB72E-039A-4452-B91B-D6E0B6B11E14}" dt="2026-01-22T10:04:54.612" v="3974" actId="1076"/>
          <ac:spMkLst>
            <pc:docMk/>
            <pc:sldMk cId="4014018068" sldId="270"/>
            <ac:spMk id="6" creationId="{C63BD8BE-2547-D1A9-3FA3-4719548B574D}"/>
          </ac:spMkLst>
        </pc:spChg>
      </pc:sldChg>
      <pc:sldChg chg="modSp mod ord">
        <pc:chgData name="Abhishek Bhattacharyya" userId="7ebdce7f44bb2839" providerId="LiveId" clId="{6A1DB72E-039A-4452-B91B-D6E0B6B11E14}" dt="2026-01-22T10:10:01.368" v="4253"/>
        <pc:sldMkLst>
          <pc:docMk/>
          <pc:sldMk cId="4231714968" sldId="276"/>
        </pc:sldMkLst>
        <pc:spChg chg="mod">
          <ac:chgData name="Abhishek Bhattacharyya" userId="7ebdce7f44bb2839" providerId="LiveId" clId="{6A1DB72E-039A-4452-B91B-D6E0B6B11E14}" dt="2026-01-22T10:10:01.368" v="4253"/>
          <ac:spMkLst>
            <pc:docMk/>
            <pc:sldMk cId="4231714968" sldId="276"/>
            <ac:spMk id="14" creationId="{DA17D04E-696C-82C4-4B8F-89FA57490C55}"/>
          </ac:spMkLst>
        </pc:spChg>
      </pc:sldChg>
      <pc:sldChg chg="modSp mod">
        <pc:chgData name="Abhishek Bhattacharyya" userId="7ebdce7f44bb2839" providerId="LiveId" clId="{6A1DB72E-039A-4452-B91B-D6E0B6B11E14}" dt="2026-01-22T10:53:31.278" v="6520" actId="20577"/>
        <pc:sldMkLst>
          <pc:docMk/>
          <pc:sldMk cId="594151978" sldId="291"/>
        </pc:sldMkLst>
        <pc:spChg chg="mod">
          <ac:chgData name="Abhishek Bhattacharyya" userId="7ebdce7f44bb2839" providerId="LiveId" clId="{6A1DB72E-039A-4452-B91B-D6E0B6B11E14}" dt="2026-01-22T10:53:31.278" v="6520" actId="20577"/>
          <ac:spMkLst>
            <pc:docMk/>
            <pc:sldMk cId="594151978" sldId="291"/>
            <ac:spMk id="6" creationId="{3E215BF5-4FDC-D94C-13A2-6EB554F75940}"/>
          </ac:spMkLst>
        </pc:spChg>
      </pc:sldChg>
      <pc:sldChg chg="modSp mod">
        <pc:chgData name="Abhishek Bhattacharyya" userId="7ebdce7f44bb2839" providerId="LiveId" clId="{6A1DB72E-039A-4452-B91B-D6E0B6B11E14}" dt="2026-01-22T08:50:57.064" v="132" actId="20577"/>
        <pc:sldMkLst>
          <pc:docMk/>
          <pc:sldMk cId="4024462977" sldId="296"/>
        </pc:sldMkLst>
        <pc:spChg chg="mod">
          <ac:chgData name="Abhishek Bhattacharyya" userId="7ebdce7f44bb2839" providerId="LiveId" clId="{6A1DB72E-039A-4452-B91B-D6E0B6B11E14}" dt="2026-01-22T08:50:57.064" v="132" actId="20577"/>
          <ac:spMkLst>
            <pc:docMk/>
            <pc:sldMk cId="4024462977" sldId="296"/>
            <ac:spMk id="6" creationId="{403A8769-E61E-3AC2-5A08-C40CA15C332A}"/>
          </ac:spMkLst>
        </pc:spChg>
      </pc:sldChg>
      <pc:sldChg chg="modSp add mod">
        <pc:chgData name="Abhishek Bhattacharyya" userId="7ebdce7f44bb2839" providerId="LiveId" clId="{6A1DB72E-039A-4452-B91B-D6E0B6B11E14}" dt="2026-01-22T09:04:34.788" v="641" actId="20577"/>
        <pc:sldMkLst>
          <pc:docMk/>
          <pc:sldMk cId="2623305876" sldId="297"/>
        </pc:sldMkLst>
        <pc:spChg chg="mod">
          <ac:chgData name="Abhishek Bhattacharyya" userId="7ebdce7f44bb2839" providerId="LiveId" clId="{6A1DB72E-039A-4452-B91B-D6E0B6B11E14}" dt="2026-01-22T09:03:10.163" v="460" actId="20577"/>
          <ac:spMkLst>
            <pc:docMk/>
            <pc:sldMk cId="2623305876" sldId="297"/>
            <ac:spMk id="2" creationId="{2E25CFA0-5357-01B8-C61F-20941F8D6518}"/>
          </ac:spMkLst>
        </pc:spChg>
        <pc:spChg chg="mod">
          <ac:chgData name="Abhishek Bhattacharyya" userId="7ebdce7f44bb2839" providerId="LiveId" clId="{6A1DB72E-039A-4452-B91B-D6E0B6B11E14}" dt="2026-01-22T09:04:34.788" v="641" actId="20577"/>
          <ac:spMkLst>
            <pc:docMk/>
            <pc:sldMk cId="2623305876" sldId="297"/>
            <ac:spMk id="6" creationId="{04320259-8583-202E-70E6-2E59E3B93614}"/>
          </ac:spMkLst>
        </pc:spChg>
      </pc:sldChg>
      <pc:sldChg chg="addSp delSp modSp add mod">
        <pc:chgData name="Abhishek Bhattacharyya" userId="7ebdce7f44bb2839" providerId="LiveId" clId="{6A1DB72E-039A-4452-B91B-D6E0B6B11E14}" dt="2026-01-22T10:31:49.502" v="5008" actId="20577"/>
        <pc:sldMkLst>
          <pc:docMk/>
          <pc:sldMk cId="404484380" sldId="298"/>
        </pc:sldMkLst>
        <pc:spChg chg="mod ord">
          <ac:chgData name="Abhishek Bhattacharyya" userId="7ebdce7f44bb2839" providerId="LiveId" clId="{6A1DB72E-039A-4452-B91B-D6E0B6B11E14}" dt="2026-01-22T09:19:16.471" v="1711" actId="26606"/>
          <ac:spMkLst>
            <pc:docMk/>
            <pc:sldMk cId="404484380" sldId="298"/>
            <ac:spMk id="2" creationId="{1EFE4C32-4C7B-45DE-5012-97084BFBF548}"/>
          </ac:spMkLst>
        </pc:spChg>
        <pc:spChg chg="mod ord">
          <ac:chgData name="Abhishek Bhattacharyya" userId="7ebdce7f44bb2839" providerId="LiveId" clId="{6A1DB72E-039A-4452-B91B-D6E0B6B11E14}" dt="2026-01-22T10:31:49.502" v="5008" actId="20577"/>
          <ac:spMkLst>
            <pc:docMk/>
            <pc:sldMk cId="404484380" sldId="298"/>
            <ac:spMk id="6" creationId="{1CE7A1FE-B969-F92D-26D0-2E2DA368CFA5}"/>
          </ac:spMkLst>
        </pc:spChg>
        <pc:spChg chg="mod">
          <ac:chgData name="Abhishek Bhattacharyya" userId="7ebdce7f44bb2839" providerId="LiveId" clId="{6A1DB72E-039A-4452-B91B-D6E0B6B11E14}" dt="2026-01-22T09:19:16.471" v="1711" actId="26606"/>
          <ac:spMkLst>
            <pc:docMk/>
            <pc:sldMk cId="404484380" sldId="298"/>
            <ac:spMk id="7" creationId="{12CAB72E-40DC-3FD5-A555-17067DBF91CE}"/>
          </ac:spMkLst>
        </pc:spChg>
        <pc:picChg chg="add mod">
          <ac:chgData name="Abhishek Bhattacharyya" userId="7ebdce7f44bb2839" providerId="LiveId" clId="{6A1DB72E-039A-4452-B91B-D6E0B6B11E14}" dt="2026-01-22T09:19:27.218" v="1716" actId="1076"/>
          <ac:picMkLst>
            <pc:docMk/>
            <pc:sldMk cId="404484380" sldId="298"/>
            <ac:picMk id="5" creationId="{2D06ED79-05B5-77A3-8AAE-BE749BF22921}"/>
          </ac:picMkLst>
        </pc:picChg>
      </pc:sldChg>
      <pc:sldChg chg="addSp delSp modSp add mod">
        <pc:chgData name="Abhishek Bhattacharyya" userId="7ebdce7f44bb2839" providerId="LiveId" clId="{6A1DB72E-039A-4452-B91B-D6E0B6B11E14}" dt="2026-01-22T10:00:19.917" v="3684" actId="20577"/>
        <pc:sldMkLst>
          <pc:docMk/>
          <pc:sldMk cId="4147490636" sldId="299"/>
        </pc:sldMkLst>
        <pc:spChg chg="mod">
          <ac:chgData name="Abhishek Bhattacharyya" userId="7ebdce7f44bb2839" providerId="LiveId" clId="{6A1DB72E-039A-4452-B91B-D6E0B6B11E14}" dt="2026-01-22T10:00:19.917" v="3684" actId="20577"/>
          <ac:spMkLst>
            <pc:docMk/>
            <pc:sldMk cId="4147490636" sldId="299"/>
            <ac:spMk id="6" creationId="{FEAD84D8-7C85-EBC3-1242-7E8BBC61513E}"/>
          </ac:spMkLst>
        </pc:spChg>
        <pc:picChg chg="add mod">
          <ac:chgData name="Abhishek Bhattacharyya" userId="7ebdce7f44bb2839" providerId="LiveId" clId="{6A1DB72E-039A-4452-B91B-D6E0B6B11E14}" dt="2026-01-22T09:35:56.979" v="2342" actId="14100"/>
          <ac:picMkLst>
            <pc:docMk/>
            <pc:sldMk cId="4147490636" sldId="299"/>
            <ac:picMk id="4" creationId="{AC7D6C20-B9CD-4E5A-D51E-DB067CB1C5C7}"/>
          </ac:picMkLst>
        </pc:picChg>
      </pc:sldChg>
      <pc:sldChg chg="addSp delSp modSp add mod">
        <pc:chgData name="Abhishek Bhattacharyya" userId="7ebdce7f44bb2839" providerId="LiveId" clId="{6A1DB72E-039A-4452-B91B-D6E0B6B11E14}" dt="2026-01-26T05:09:50.697" v="6801" actId="27636"/>
        <pc:sldMkLst>
          <pc:docMk/>
          <pc:sldMk cId="3280324418" sldId="300"/>
        </pc:sldMkLst>
        <pc:spChg chg="mod">
          <ac:chgData name="Abhishek Bhattacharyya" userId="7ebdce7f44bb2839" providerId="LiveId" clId="{6A1DB72E-039A-4452-B91B-D6E0B6B11E14}" dt="2026-01-22T09:37:30.861" v="2451" actId="20577"/>
          <ac:spMkLst>
            <pc:docMk/>
            <pc:sldMk cId="3280324418" sldId="300"/>
            <ac:spMk id="2" creationId="{83911C4C-2741-8202-D99B-E628E2D5D8E8}"/>
          </ac:spMkLst>
        </pc:spChg>
        <pc:spChg chg="mod">
          <ac:chgData name="Abhishek Bhattacharyya" userId="7ebdce7f44bb2839" providerId="LiveId" clId="{6A1DB72E-039A-4452-B91B-D6E0B6B11E14}" dt="2026-01-26T05:09:50.697" v="6801" actId="27636"/>
          <ac:spMkLst>
            <pc:docMk/>
            <pc:sldMk cId="3280324418" sldId="300"/>
            <ac:spMk id="6" creationId="{2FADC485-C02B-BBCF-F5B0-ED175B744313}"/>
          </ac:spMkLst>
        </pc:spChg>
        <pc:picChg chg="add mod">
          <ac:chgData name="Abhishek Bhattacharyya" userId="7ebdce7f44bb2839" providerId="LiveId" clId="{6A1DB72E-039A-4452-B91B-D6E0B6B11E14}" dt="2026-01-22T09:57:21.084" v="3441" actId="1076"/>
          <ac:picMkLst>
            <pc:docMk/>
            <pc:sldMk cId="3280324418" sldId="300"/>
            <ac:picMk id="9" creationId="{07E0E1FB-FC2E-E976-79B6-9F3C1DA00342}"/>
          </ac:picMkLst>
        </pc:picChg>
      </pc:sldChg>
      <pc:sldChg chg="addSp delSp modSp add mod ord">
        <pc:chgData name="Abhishek Bhattacharyya" userId="7ebdce7f44bb2839" providerId="LiveId" clId="{6A1DB72E-039A-4452-B91B-D6E0B6B11E14}" dt="2026-01-26T05:11:01.153" v="6804" actId="14100"/>
        <pc:sldMkLst>
          <pc:docMk/>
          <pc:sldMk cId="3284894768" sldId="301"/>
        </pc:sldMkLst>
        <pc:spChg chg="mod">
          <ac:chgData name="Abhishek Bhattacharyya" userId="7ebdce7f44bb2839" providerId="LiveId" clId="{6A1DB72E-039A-4452-B91B-D6E0B6B11E14}" dt="2026-01-22T10:02:48.425" v="3800" actId="20577"/>
          <ac:spMkLst>
            <pc:docMk/>
            <pc:sldMk cId="3284894768" sldId="301"/>
            <ac:spMk id="2" creationId="{D5AC35F5-CC0A-48AD-9719-640CD311FB71}"/>
          </ac:spMkLst>
        </pc:spChg>
        <pc:spChg chg="mod">
          <ac:chgData name="Abhishek Bhattacharyya" userId="7ebdce7f44bb2839" providerId="LiveId" clId="{6A1DB72E-039A-4452-B91B-D6E0B6B11E14}" dt="2026-01-26T05:11:01.153" v="6804" actId="14100"/>
          <ac:spMkLst>
            <pc:docMk/>
            <pc:sldMk cId="3284894768" sldId="301"/>
            <ac:spMk id="6" creationId="{D10FFD2F-7DDF-437D-80F8-5265BB658926}"/>
          </ac:spMkLst>
        </pc:spChg>
        <pc:picChg chg="add mod">
          <ac:chgData name="Abhishek Bhattacharyya" userId="7ebdce7f44bb2839" providerId="LiveId" clId="{6A1DB72E-039A-4452-B91B-D6E0B6B11E14}" dt="2026-01-22T10:26:28.668" v="4783" actId="1076"/>
          <ac:picMkLst>
            <pc:docMk/>
            <pc:sldMk cId="3284894768" sldId="301"/>
            <ac:picMk id="4" creationId="{B53AC091-DBC1-7983-641B-0815FAF31BF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621671-7E6C-7746-AF0D-CD197AFDFB61}" type="datetimeFigureOut">
              <a:rPr lang="en-US" smtClean="0"/>
              <a:t>1/27/2026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80FB02-D9C2-6A4D-8A7B-43D279C71DB2}" type="slidenum">
              <a:rPr lang="en-US" smtClean="0"/>
              <a:t>‹#›</a:t>
            </a:fld>
            <a:endParaRPr lang="en-US"/>
          </a:p>
        </p:txBody>
      </p:sp>
    </p:spTree>
    <p:extLst>
      <p:ext uri="{BB962C8B-B14F-4D97-AF65-F5344CB8AC3E}">
        <p14:creationId xmlns:p14="http://schemas.microsoft.com/office/powerpoint/2010/main" val="24929036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_ligh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331B425-093C-0149-952F-11573DF09F2E}"/>
              </a:ext>
              <a:ext uri="{C183D7F6-B498-43B3-948B-1728B52AA6E4}">
                <adec:decorative xmlns:adec="http://schemas.microsoft.com/office/drawing/2017/decorative" val="0"/>
              </a:ext>
            </a:extLst>
          </p:cNvPr>
          <p:cNvSpPr/>
          <p:nvPr userDrawn="1"/>
        </p:nvSpPr>
        <p:spPr>
          <a:xfrm>
            <a:off x="851888" y="3218871"/>
            <a:ext cx="471523" cy="94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91AB265-C0D2-A543-B156-B0221787BF01}"/>
              </a:ext>
              <a:ext uri="{C183D7F6-B498-43B3-948B-1728B52AA6E4}">
                <adec:decorative xmlns:adec="http://schemas.microsoft.com/office/drawing/2017/decorative" val="1"/>
              </a:ext>
            </a:extLst>
          </p:cNvPr>
          <p:cNvSpPr/>
          <p:nvPr userDrawn="1"/>
        </p:nvSpPr>
        <p:spPr>
          <a:xfrm>
            <a:off x="0" y="5733906"/>
            <a:ext cx="12192000" cy="112409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Placeholder 10">
            <a:extLst>
              <a:ext uri="{FF2B5EF4-FFF2-40B4-BE49-F238E27FC236}">
                <a16:creationId xmlns:a16="http://schemas.microsoft.com/office/drawing/2014/main" id="{BB10240F-B4BA-0448-B9CB-BAB80DBF6BF3}"/>
              </a:ext>
            </a:extLst>
          </p:cNvPr>
          <p:cNvSpPr>
            <a:spLocks noGrp="1"/>
          </p:cNvSpPr>
          <p:nvPr>
            <p:ph type="body" sz="quarter" idx="12" hasCustomPrompt="1"/>
          </p:nvPr>
        </p:nvSpPr>
        <p:spPr>
          <a:xfrm>
            <a:off x="851889" y="3519488"/>
            <a:ext cx="8334246" cy="701877"/>
          </a:xfrm>
        </p:spPr>
        <p:txBody>
          <a:bodyPr anchor="t">
            <a:noAutofit/>
          </a:bodyPr>
          <a:lstStyle>
            <a:lvl1pPr marL="0" indent="0">
              <a:buNone/>
              <a:defRPr sz="2300">
                <a:solidFill>
                  <a:schemeClr val="tx1">
                    <a:lumMod val="75000"/>
                    <a:lumOff val="25000"/>
                  </a:schemeClr>
                </a:solidFill>
              </a:defRPr>
            </a:lvl1pPr>
          </a:lstStyle>
          <a:p>
            <a:pPr lvl="0"/>
            <a:r>
              <a:rPr lang="en-US"/>
              <a:t>Insert subtitle, date or other important information, not to exceed two lines </a:t>
            </a:r>
          </a:p>
        </p:txBody>
      </p:sp>
      <p:sp>
        <p:nvSpPr>
          <p:cNvPr id="13" name="Text Placeholder 10">
            <a:extLst>
              <a:ext uri="{FF2B5EF4-FFF2-40B4-BE49-F238E27FC236}">
                <a16:creationId xmlns:a16="http://schemas.microsoft.com/office/drawing/2014/main" id="{254FFE49-5199-9649-BB93-1060548611E9}"/>
              </a:ext>
            </a:extLst>
          </p:cNvPr>
          <p:cNvSpPr>
            <a:spLocks noGrp="1"/>
          </p:cNvSpPr>
          <p:nvPr>
            <p:ph type="body" sz="quarter" idx="13" hasCustomPrompt="1"/>
          </p:nvPr>
        </p:nvSpPr>
        <p:spPr>
          <a:xfrm>
            <a:off x="851889" y="5953913"/>
            <a:ext cx="10311412" cy="523088"/>
          </a:xfrm>
        </p:spPr>
        <p:txBody>
          <a:bodyPr anchor="t" anchorCtr="0">
            <a:normAutofit/>
          </a:bodyPr>
          <a:lstStyle>
            <a:lvl1pPr marL="0" indent="0">
              <a:buNone/>
              <a:defRPr sz="1800" b="1">
                <a:solidFill>
                  <a:schemeClr val="bg1"/>
                </a:solidFill>
              </a:defRPr>
            </a:lvl1pPr>
          </a:lstStyle>
          <a:p>
            <a:pPr lvl="0"/>
            <a:r>
              <a:rPr lang="en-US"/>
              <a:t>Insert name, position, unit/faculty</a:t>
            </a:r>
          </a:p>
        </p:txBody>
      </p:sp>
      <p:sp>
        <p:nvSpPr>
          <p:cNvPr id="2" name="Title 1">
            <a:extLst>
              <a:ext uri="{FF2B5EF4-FFF2-40B4-BE49-F238E27FC236}">
                <a16:creationId xmlns:a16="http://schemas.microsoft.com/office/drawing/2014/main" id="{5EC7DDB1-82A5-B7B2-21F2-EAF249AE8EB7}"/>
              </a:ext>
            </a:extLst>
          </p:cNvPr>
          <p:cNvSpPr>
            <a:spLocks noGrp="1"/>
          </p:cNvSpPr>
          <p:nvPr>
            <p:ph type="title" hasCustomPrompt="1"/>
          </p:nvPr>
        </p:nvSpPr>
        <p:spPr>
          <a:xfrm>
            <a:off x="851888" y="905690"/>
            <a:ext cx="8334246" cy="2106570"/>
          </a:xfrm>
        </p:spPr>
        <p:txBody>
          <a:bodyPr rIns="91440">
            <a:normAutofit/>
          </a:bodyPr>
          <a:lstStyle>
            <a:lvl1pPr>
              <a:defRPr sz="4000">
                <a:solidFill>
                  <a:schemeClr val="tx1">
                    <a:lumMod val="90000"/>
                    <a:lumOff val="10000"/>
                  </a:schemeClr>
                </a:solidFill>
              </a:defRPr>
            </a:lvl1pPr>
          </a:lstStyle>
          <a:p>
            <a:r>
              <a:rPr lang="en-US"/>
              <a:t>Insert slide title in title or sentence case</a:t>
            </a:r>
          </a:p>
        </p:txBody>
      </p:sp>
    </p:spTree>
    <p:extLst>
      <p:ext uri="{BB962C8B-B14F-4D97-AF65-F5344CB8AC3E}">
        <p14:creationId xmlns:p14="http://schemas.microsoft.com/office/powerpoint/2010/main" val="41264554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_dar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B1C6F3-8D05-7245-98E0-6A89EF37B52B}"/>
              </a:ext>
              <a:ext uri="{C183D7F6-B498-43B3-948B-1728B52AA6E4}">
                <adec:decorative xmlns:adec="http://schemas.microsoft.com/office/drawing/2017/decorative" val="1"/>
              </a:ext>
            </a:extLst>
          </p:cNvPr>
          <p:cNvSpPr/>
          <p:nvPr userDrawn="1"/>
        </p:nvSpPr>
        <p:spPr>
          <a:xfrm>
            <a:off x="0" y="0"/>
            <a:ext cx="12192000" cy="57339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331B425-093C-0149-952F-11573DF09F2E}"/>
              </a:ext>
              <a:ext uri="{C183D7F6-B498-43B3-948B-1728B52AA6E4}">
                <adec:decorative xmlns:adec="http://schemas.microsoft.com/office/drawing/2017/decorative" val="1"/>
              </a:ext>
            </a:extLst>
          </p:cNvPr>
          <p:cNvSpPr/>
          <p:nvPr userDrawn="1"/>
        </p:nvSpPr>
        <p:spPr>
          <a:xfrm>
            <a:off x="851888" y="3218871"/>
            <a:ext cx="471523" cy="94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Placeholder 10">
            <a:extLst>
              <a:ext uri="{FF2B5EF4-FFF2-40B4-BE49-F238E27FC236}">
                <a16:creationId xmlns:a16="http://schemas.microsoft.com/office/drawing/2014/main" id="{BB10240F-B4BA-0448-B9CB-BAB80DBF6BF3}"/>
              </a:ext>
            </a:extLst>
          </p:cNvPr>
          <p:cNvSpPr>
            <a:spLocks noGrp="1"/>
          </p:cNvSpPr>
          <p:nvPr>
            <p:ph type="body" sz="quarter" idx="12" hasCustomPrompt="1"/>
          </p:nvPr>
        </p:nvSpPr>
        <p:spPr>
          <a:xfrm>
            <a:off x="851889" y="3519488"/>
            <a:ext cx="8334246" cy="701877"/>
          </a:xfrm>
        </p:spPr>
        <p:txBody>
          <a:bodyPr anchor="t">
            <a:noAutofit/>
          </a:bodyPr>
          <a:lstStyle>
            <a:lvl1pPr marL="0" indent="0">
              <a:buNone/>
              <a:defRPr sz="2300">
                <a:solidFill>
                  <a:schemeClr val="tx1">
                    <a:lumMod val="25000"/>
                    <a:lumOff val="75000"/>
                  </a:schemeClr>
                </a:solidFill>
              </a:defRPr>
            </a:lvl1pPr>
          </a:lstStyle>
          <a:p>
            <a:pPr lvl="0"/>
            <a:r>
              <a:rPr lang="en-US"/>
              <a:t>Insert subtitle, date or other important information, not to exceed two lines </a:t>
            </a:r>
          </a:p>
        </p:txBody>
      </p:sp>
      <p:sp>
        <p:nvSpPr>
          <p:cNvPr id="13" name="Text Placeholder 10">
            <a:extLst>
              <a:ext uri="{FF2B5EF4-FFF2-40B4-BE49-F238E27FC236}">
                <a16:creationId xmlns:a16="http://schemas.microsoft.com/office/drawing/2014/main" id="{254FFE49-5199-9649-BB93-1060548611E9}"/>
              </a:ext>
            </a:extLst>
          </p:cNvPr>
          <p:cNvSpPr>
            <a:spLocks noGrp="1"/>
          </p:cNvSpPr>
          <p:nvPr>
            <p:ph type="body" sz="quarter" idx="13" hasCustomPrompt="1"/>
          </p:nvPr>
        </p:nvSpPr>
        <p:spPr>
          <a:xfrm>
            <a:off x="851889" y="5953913"/>
            <a:ext cx="10311412" cy="523088"/>
          </a:xfrm>
        </p:spPr>
        <p:txBody>
          <a:bodyPr anchor="t" anchorCtr="0">
            <a:normAutofit/>
          </a:bodyPr>
          <a:lstStyle>
            <a:lvl1pPr marL="0" indent="0">
              <a:buNone/>
              <a:defRPr sz="1800" b="1">
                <a:solidFill>
                  <a:schemeClr val="tx1">
                    <a:lumMod val="90000"/>
                    <a:lumOff val="10000"/>
                  </a:schemeClr>
                </a:solidFill>
              </a:defRPr>
            </a:lvl1pPr>
          </a:lstStyle>
          <a:p>
            <a:pPr lvl="0"/>
            <a:r>
              <a:rPr lang="en-US"/>
              <a:t>Insert name, position, unit/faculty</a:t>
            </a:r>
          </a:p>
        </p:txBody>
      </p:sp>
      <p:sp>
        <p:nvSpPr>
          <p:cNvPr id="8" name="Rectangle 7">
            <a:extLst>
              <a:ext uri="{FF2B5EF4-FFF2-40B4-BE49-F238E27FC236}">
                <a16:creationId xmlns:a16="http://schemas.microsoft.com/office/drawing/2014/main" id="{DBD50E08-9389-704F-B967-8B33E01F63EE}"/>
              </a:ext>
            </a:extLst>
          </p:cNvPr>
          <p:cNvSpPr/>
          <p:nvPr userDrawn="1"/>
        </p:nvSpPr>
        <p:spPr>
          <a:xfrm>
            <a:off x="11506200" y="9797"/>
            <a:ext cx="570641" cy="10244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Logo&#10;&#10;Description automatically generated">
            <a:extLst>
              <a:ext uri="{FF2B5EF4-FFF2-40B4-BE49-F238E27FC236}">
                <a16:creationId xmlns:a16="http://schemas.microsoft.com/office/drawing/2014/main" id="{DA47717F-59FB-F445-B50C-D4B473F1A79E}"/>
              </a:ext>
            </a:extLst>
          </p:cNvPr>
          <p:cNvPicPr>
            <a:picLocks noChangeAspect="1"/>
          </p:cNvPicPr>
          <p:nvPr userDrawn="1"/>
        </p:nvPicPr>
        <p:blipFill>
          <a:blip r:embed="rId2"/>
          <a:stretch>
            <a:fillRect/>
          </a:stretch>
        </p:blipFill>
        <p:spPr>
          <a:xfrm>
            <a:off x="11563459" y="232022"/>
            <a:ext cx="456122" cy="716763"/>
          </a:xfrm>
          <a:prstGeom prst="rect">
            <a:avLst/>
          </a:prstGeom>
        </p:spPr>
      </p:pic>
      <p:sp>
        <p:nvSpPr>
          <p:cNvPr id="3" name="Title 1">
            <a:extLst>
              <a:ext uri="{FF2B5EF4-FFF2-40B4-BE49-F238E27FC236}">
                <a16:creationId xmlns:a16="http://schemas.microsoft.com/office/drawing/2014/main" id="{F1048FA7-FE9A-2229-BF1C-BEC488C5557F}"/>
              </a:ext>
            </a:extLst>
          </p:cNvPr>
          <p:cNvSpPr>
            <a:spLocks noGrp="1"/>
          </p:cNvSpPr>
          <p:nvPr>
            <p:ph type="title" hasCustomPrompt="1"/>
          </p:nvPr>
        </p:nvSpPr>
        <p:spPr>
          <a:xfrm>
            <a:off x="850347" y="905691"/>
            <a:ext cx="8334246" cy="2106570"/>
          </a:xfrm>
        </p:spPr>
        <p:txBody>
          <a:bodyPr rIns="91440">
            <a:normAutofit/>
          </a:bodyPr>
          <a:lstStyle>
            <a:lvl1pPr>
              <a:defRPr sz="4000">
                <a:solidFill>
                  <a:schemeClr val="bg1"/>
                </a:solidFill>
              </a:defRPr>
            </a:lvl1pPr>
          </a:lstStyle>
          <a:p>
            <a:r>
              <a:rPr lang="en-US"/>
              <a:t>Insert slide title in title or sentence case</a:t>
            </a:r>
          </a:p>
        </p:txBody>
      </p:sp>
    </p:spTree>
    <p:extLst>
      <p:ext uri="{BB962C8B-B14F-4D97-AF65-F5344CB8AC3E}">
        <p14:creationId xmlns:p14="http://schemas.microsoft.com/office/powerpoint/2010/main" val="3437924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_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B8D4A-1484-2705-3193-0B1575E02323}"/>
              </a:ext>
            </a:extLst>
          </p:cNvPr>
          <p:cNvSpPr>
            <a:spLocks noGrp="1"/>
          </p:cNvSpPr>
          <p:nvPr>
            <p:ph type="title" hasCustomPrompt="1"/>
          </p:nvPr>
        </p:nvSpPr>
        <p:spPr/>
        <p:txBody>
          <a:bodyPr rIns="91440"/>
          <a:lstStyle>
            <a:lvl1pPr>
              <a:defRPr>
                <a:solidFill>
                  <a:schemeClr val="tx1">
                    <a:lumMod val="90000"/>
                    <a:lumOff val="10000"/>
                  </a:schemeClr>
                </a:solidFill>
              </a:defRPr>
            </a:lvl1pPr>
          </a:lstStyle>
          <a:p>
            <a:r>
              <a:rPr lang="en-US"/>
              <a:t>Insert slide title in title or sentence case</a:t>
            </a:r>
          </a:p>
        </p:txBody>
      </p:sp>
      <p:sp>
        <p:nvSpPr>
          <p:cNvPr id="5" name="Footer Placeholder 4"/>
          <p:cNvSpPr>
            <a:spLocks noGrp="1"/>
          </p:cNvSpPr>
          <p:nvPr>
            <p:ph type="ftr" sz="quarter" idx="11"/>
          </p:nvPr>
        </p:nvSpPr>
        <p:spPr/>
        <p:txBody>
          <a:bodyPr/>
          <a:lstStyle/>
          <a:p>
            <a:r>
              <a:rPr lang="en-US"/>
              <a:t>Department of Electrical and Computer Engineering</a:t>
            </a:r>
          </a:p>
        </p:txBody>
      </p:sp>
      <p:sp>
        <p:nvSpPr>
          <p:cNvPr id="7" name="Rectangle 6">
            <a:extLst>
              <a:ext uri="{FF2B5EF4-FFF2-40B4-BE49-F238E27FC236}">
                <a16:creationId xmlns:a16="http://schemas.microsoft.com/office/drawing/2014/main" id="{4EDFC75F-7C56-4347-B180-B45A7C3C2BFE}"/>
              </a:ext>
              <a:ext uri="{C183D7F6-B498-43B3-948B-1728B52AA6E4}">
                <adec:decorative xmlns:adec="http://schemas.microsoft.com/office/drawing/2017/decorative" val="1"/>
              </a:ext>
            </a:extLst>
          </p:cNvPr>
          <p:cNvSpPr/>
          <p:nvPr userDrawn="1"/>
        </p:nvSpPr>
        <p:spPr>
          <a:xfrm>
            <a:off x="495300" y="1625704"/>
            <a:ext cx="471523" cy="94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10">
            <a:extLst>
              <a:ext uri="{FF2B5EF4-FFF2-40B4-BE49-F238E27FC236}">
                <a16:creationId xmlns:a16="http://schemas.microsoft.com/office/drawing/2014/main" id="{733615FB-E867-334E-BB0E-3B18A2659575}"/>
              </a:ext>
            </a:extLst>
          </p:cNvPr>
          <p:cNvSpPr>
            <a:spLocks noGrp="1"/>
          </p:cNvSpPr>
          <p:nvPr>
            <p:ph sz="quarter" idx="13" hasCustomPrompt="1"/>
          </p:nvPr>
        </p:nvSpPr>
        <p:spPr>
          <a:xfrm>
            <a:off x="1485900" y="1840447"/>
            <a:ext cx="9677400" cy="4446053"/>
          </a:xfrm>
        </p:spPr>
        <p:txBody>
          <a:bodyPr>
            <a:normAutofit/>
          </a:bodyPr>
          <a:lstStyle>
            <a:lvl1pPr marL="228600" indent="-228600">
              <a:buFont typeface="Arial" panose="020B0604020202020204" pitchFamily="34" charset="0"/>
              <a:buChar char="•"/>
              <a:tabLst/>
              <a:defRPr sz="2600">
                <a:solidFill>
                  <a:schemeClr val="tx1">
                    <a:lumMod val="90000"/>
                    <a:lumOff val="10000"/>
                  </a:schemeClr>
                </a:solidFill>
              </a:defRPr>
            </a:lvl1pPr>
            <a:lvl2pPr>
              <a:defRPr sz="2100"/>
            </a:lvl2pPr>
            <a:lvl3pPr>
              <a:defRPr sz="2100"/>
            </a:lvl3pPr>
            <a:lvl4pPr>
              <a:defRPr sz="2100"/>
            </a:lvl4pPr>
            <a:lvl5pPr>
              <a:defRPr sz="2100"/>
            </a:lvl5pPr>
          </a:lstStyle>
          <a:p>
            <a:pPr lvl="0"/>
            <a:r>
              <a:rPr lang="en-US"/>
              <a:t>Bulleted list</a:t>
            </a:r>
          </a:p>
          <a:p>
            <a:pPr lvl="0"/>
            <a:r>
              <a:rPr lang="en-US"/>
              <a:t>Bulleted list</a:t>
            </a:r>
          </a:p>
          <a:p>
            <a:pPr lvl="0"/>
            <a:r>
              <a:rPr lang="en-US"/>
              <a:t>Bulleted list</a:t>
            </a:r>
          </a:p>
        </p:txBody>
      </p:sp>
      <p:sp>
        <p:nvSpPr>
          <p:cNvPr id="13" name="Text Placeholder 12">
            <a:extLst>
              <a:ext uri="{FF2B5EF4-FFF2-40B4-BE49-F238E27FC236}">
                <a16:creationId xmlns:a16="http://schemas.microsoft.com/office/drawing/2014/main" id="{73A315EF-C99D-DF4A-94FC-CDB4F9DECBFE}"/>
              </a:ext>
            </a:extLst>
          </p:cNvPr>
          <p:cNvSpPr>
            <a:spLocks noGrp="1"/>
          </p:cNvSpPr>
          <p:nvPr>
            <p:ph type="body" sz="quarter" idx="14" hasCustomPrompt="1"/>
          </p:nvPr>
        </p:nvSpPr>
        <p:spPr>
          <a:xfrm>
            <a:off x="0" y="6498902"/>
            <a:ext cx="6345327" cy="350865"/>
          </a:xfrm>
          <a:solidFill>
            <a:schemeClr val="accent1"/>
          </a:solidFill>
          <a:ln>
            <a:noFill/>
          </a:ln>
        </p:spPr>
        <p:txBody>
          <a:bodyPr wrap="none" lIns="274320" tIns="64008" rIns="91440" bIns="91440" anchor="ctr" anchorCtr="0">
            <a:spAutoFit/>
          </a:bodyPr>
          <a:lstStyle>
            <a:lvl1pPr marL="0" indent="0">
              <a:buNone/>
              <a:defRPr sz="1400">
                <a:solidFill>
                  <a:schemeClr val="bg1"/>
                </a:solidFill>
              </a:defRPr>
            </a:lvl1pPr>
            <a:lvl2pPr>
              <a:defRPr sz="1400"/>
            </a:lvl2pPr>
            <a:lvl3pPr>
              <a:defRPr sz="1400"/>
            </a:lvl3pPr>
            <a:lvl4pPr>
              <a:defRPr sz="1400"/>
            </a:lvl4pPr>
            <a:lvl5pPr>
              <a:defRPr sz="1400"/>
            </a:lvl5pPr>
          </a:lstStyle>
          <a:p>
            <a:pPr lvl="0"/>
            <a:r>
              <a:rPr lang="en-US"/>
              <a:t>Insert presentation topic or department/unit name (text box will expand to fit)</a:t>
            </a:r>
          </a:p>
        </p:txBody>
      </p:sp>
    </p:spTree>
    <p:extLst>
      <p:ext uri="{BB962C8B-B14F-4D97-AF65-F5344CB8AC3E}">
        <p14:creationId xmlns:p14="http://schemas.microsoft.com/office/powerpoint/2010/main" val="3626283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_2 column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Department of Electrical and Computer Engineering</a:t>
            </a:r>
          </a:p>
        </p:txBody>
      </p:sp>
      <p:sp>
        <p:nvSpPr>
          <p:cNvPr id="7" name="Rectangle 6">
            <a:extLst>
              <a:ext uri="{FF2B5EF4-FFF2-40B4-BE49-F238E27FC236}">
                <a16:creationId xmlns:a16="http://schemas.microsoft.com/office/drawing/2014/main" id="{4EDFC75F-7C56-4347-B180-B45A7C3C2BFE}"/>
              </a:ext>
              <a:ext uri="{C183D7F6-B498-43B3-948B-1728B52AA6E4}">
                <adec:decorative xmlns:adec="http://schemas.microsoft.com/office/drawing/2017/decorative" val="1"/>
              </a:ext>
            </a:extLst>
          </p:cNvPr>
          <p:cNvSpPr/>
          <p:nvPr userDrawn="1"/>
        </p:nvSpPr>
        <p:spPr>
          <a:xfrm>
            <a:off x="495300" y="1625704"/>
            <a:ext cx="471523" cy="94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10">
            <a:extLst>
              <a:ext uri="{FF2B5EF4-FFF2-40B4-BE49-F238E27FC236}">
                <a16:creationId xmlns:a16="http://schemas.microsoft.com/office/drawing/2014/main" id="{733615FB-E867-334E-BB0E-3B18A2659575}"/>
              </a:ext>
            </a:extLst>
          </p:cNvPr>
          <p:cNvSpPr>
            <a:spLocks noGrp="1"/>
          </p:cNvSpPr>
          <p:nvPr>
            <p:ph sz="quarter" idx="13" hasCustomPrompt="1"/>
          </p:nvPr>
        </p:nvSpPr>
        <p:spPr>
          <a:xfrm>
            <a:off x="1485900" y="1840447"/>
            <a:ext cx="4482548" cy="4446053"/>
          </a:xfrm>
        </p:spPr>
        <p:txBody>
          <a:bodyPr>
            <a:normAutofit/>
          </a:bodyPr>
          <a:lstStyle>
            <a:lvl1pPr marL="228600" indent="-228600">
              <a:buFont typeface="Arial" panose="020B0604020202020204" pitchFamily="34" charset="0"/>
              <a:buChar char="•"/>
              <a:tabLst/>
              <a:defRPr sz="2600">
                <a:solidFill>
                  <a:schemeClr val="tx1"/>
                </a:solidFill>
              </a:defRPr>
            </a:lvl1pPr>
            <a:lvl2pPr>
              <a:defRPr sz="2100"/>
            </a:lvl2pPr>
            <a:lvl3pPr>
              <a:defRPr sz="2100"/>
            </a:lvl3pPr>
            <a:lvl4pPr>
              <a:defRPr sz="2100"/>
            </a:lvl4pPr>
            <a:lvl5pPr>
              <a:defRPr sz="2100"/>
            </a:lvl5pPr>
          </a:lstStyle>
          <a:p>
            <a:pPr lvl="0"/>
            <a:r>
              <a:rPr lang="en-US"/>
              <a:t>Bulleted list</a:t>
            </a:r>
          </a:p>
          <a:p>
            <a:pPr lvl="0"/>
            <a:r>
              <a:rPr lang="en-US"/>
              <a:t>Bulleted list</a:t>
            </a:r>
          </a:p>
          <a:p>
            <a:pPr lvl="0"/>
            <a:r>
              <a:rPr lang="en-US"/>
              <a:t>Bulleted list</a:t>
            </a:r>
          </a:p>
        </p:txBody>
      </p:sp>
      <p:sp>
        <p:nvSpPr>
          <p:cNvPr id="13" name="Text Placeholder 12">
            <a:extLst>
              <a:ext uri="{FF2B5EF4-FFF2-40B4-BE49-F238E27FC236}">
                <a16:creationId xmlns:a16="http://schemas.microsoft.com/office/drawing/2014/main" id="{73A315EF-C99D-DF4A-94FC-CDB4F9DECBFE}"/>
              </a:ext>
            </a:extLst>
          </p:cNvPr>
          <p:cNvSpPr>
            <a:spLocks noGrp="1"/>
          </p:cNvSpPr>
          <p:nvPr>
            <p:ph type="body" sz="quarter" idx="14" hasCustomPrompt="1"/>
          </p:nvPr>
        </p:nvSpPr>
        <p:spPr>
          <a:xfrm>
            <a:off x="0" y="6498902"/>
            <a:ext cx="6345327" cy="350865"/>
          </a:xfrm>
          <a:solidFill>
            <a:schemeClr val="accent1"/>
          </a:solidFill>
          <a:ln>
            <a:noFill/>
          </a:ln>
        </p:spPr>
        <p:txBody>
          <a:bodyPr wrap="none" lIns="274320" tIns="64008" rIns="91440" bIns="91440" anchor="ctr" anchorCtr="0">
            <a:spAutoFit/>
          </a:bodyPr>
          <a:lstStyle>
            <a:lvl1pPr marL="0" indent="0">
              <a:buNone/>
              <a:defRPr sz="1400">
                <a:solidFill>
                  <a:schemeClr val="bg1"/>
                </a:solidFill>
              </a:defRPr>
            </a:lvl1pPr>
            <a:lvl2pPr>
              <a:defRPr sz="1400"/>
            </a:lvl2pPr>
            <a:lvl3pPr>
              <a:defRPr sz="1400"/>
            </a:lvl3pPr>
            <a:lvl4pPr>
              <a:defRPr sz="1400"/>
            </a:lvl4pPr>
            <a:lvl5pPr>
              <a:defRPr sz="1400"/>
            </a:lvl5pPr>
          </a:lstStyle>
          <a:p>
            <a:pPr lvl="0"/>
            <a:r>
              <a:rPr lang="en-US"/>
              <a:t>Insert presentation topic or department/unit name (text box will expand to fit)</a:t>
            </a:r>
          </a:p>
        </p:txBody>
      </p:sp>
      <p:sp>
        <p:nvSpPr>
          <p:cNvPr id="8" name="Content Placeholder 10">
            <a:extLst>
              <a:ext uri="{FF2B5EF4-FFF2-40B4-BE49-F238E27FC236}">
                <a16:creationId xmlns:a16="http://schemas.microsoft.com/office/drawing/2014/main" id="{B0DEE38D-2FF0-2A49-A7D1-AF607FA3AB7A}"/>
              </a:ext>
            </a:extLst>
          </p:cNvPr>
          <p:cNvSpPr>
            <a:spLocks noGrp="1"/>
          </p:cNvSpPr>
          <p:nvPr>
            <p:ph sz="quarter" idx="15" hasCustomPrompt="1"/>
          </p:nvPr>
        </p:nvSpPr>
        <p:spPr>
          <a:xfrm>
            <a:off x="6223554" y="1840447"/>
            <a:ext cx="4939746" cy="4446053"/>
          </a:xfrm>
        </p:spPr>
        <p:txBody>
          <a:bodyPr>
            <a:normAutofit/>
          </a:bodyPr>
          <a:lstStyle>
            <a:lvl1pPr marL="228600" indent="-228600">
              <a:buFont typeface="Arial" panose="020B0604020202020204" pitchFamily="34" charset="0"/>
              <a:buChar char="•"/>
              <a:tabLst/>
              <a:defRPr sz="2600">
                <a:solidFill>
                  <a:schemeClr val="tx1"/>
                </a:solidFill>
              </a:defRPr>
            </a:lvl1pPr>
            <a:lvl2pPr>
              <a:defRPr sz="2100"/>
            </a:lvl2pPr>
            <a:lvl3pPr>
              <a:defRPr sz="2100"/>
            </a:lvl3pPr>
            <a:lvl4pPr>
              <a:defRPr sz="2100"/>
            </a:lvl4pPr>
            <a:lvl5pPr>
              <a:defRPr sz="2100"/>
            </a:lvl5pPr>
          </a:lstStyle>
          <a:p>
            <a:pPr lvl="0"/>
            <a:r>
              <a:rPr lang="en-US"/>
              <a:t>Bulleted list</a:t>
            </a:r>
          </a:p>
          <a:p>
            <a:pPr lvl="0"/>
            <a:r>
              <a:rPr lang="en-US"/>
              <a:t>Bulleted list</a:t>
            </a:r>
          </a:p>
          <a:p>
            <a:pPr lvl="0"/>
            <a:r>
              <a:rPr lang="en-US"/>
              <a:t>Bulleted list</a:t>
            </a:r>
          </a:p>
        </p:txBody>
      </p:sp>
      <p:sp>
        <p:nvSpPr>
          <p:cNvPr id="2" name="Title 1">
            <a:extLst>
              <a:ext uri="{FF2B5EF4-FFF2-40B4-BE49-F238E27FC236}">
                <a16:creationId xmlns:a16="http://schemas.microsoft.com/office/drawing/2014/main" id="{C81D5C9C-09F6-F2DD-C583-AC7B6CA2B5A5}"/>
              </a:ext>
            </a:extLst>
          </p:cNvPr>
          <p:cNvSpPr>
            <a:spLocks noGrp="1"/>
          </p:cNvSpPr>
          <p:nvPr>
            <p:ph type="title" hasCustomPrompt="1"/>
          </p:nvPr>
        </p:nvSpPr>
        <p:spPr>
          <a:xfrm>
            <a:off x="495300" y="457200"/>
            <a:ext cx="10668000" cy="1066800"/>
          </a:xfrm>
        </p:spPr>
        <p:txBody>
          <a:bodyPr rIns="91440"/>
          <a:lstStyle>
            <a:lvl1pPr>
              <a:defRPr>
                <a:solidFill>
                  <a:schemeClr val="tx1">
                    <a:lumMod val="90000"/>
                    <a:lumOff val="10000"/>
                  </a:schemeClr>
                </a:solidFill>
              </a:defRPr>
            </a:lvl1pPr>
          </a:lstStyle>
          <a:p>
            <a:r>
              <a:rPr lang="en-US"/>
              <a:t>Insert slide title in title or sentence case</a:t>
            </a:r>
          </a:p>
        </p:txBody>
      </p:sp>
    </p:spTree>
    <p:extLst>
      <p:ext uri="{BB962C8B-B14F-4D97-AF65-F5344CB8AC3E}">
        <p14:creationId xmlns:p14="http://schemas.microsoft.com/office/powerpoint/2010/main" val="3740767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_re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07A194C-A4B8-2148-8BE0-5451BAAC5344}"/>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8234"/>
            <a:ext cx="12192000" cy="6858000"/>
          </a:xfrm>
          <a:prstGeom prst="rect">
            <a:avLst/>
          </a:prstGeom>
        </p:spPr>
      </p:pic>
      <p:sp>
        <p:nvSpPr>
          <p:cNvPr id="12" name="Rectangle 11">
            <a:extLst>
              <a:ext uri="{FF2B5EF4-FFF2-40B4-BE49-F238E27FC236}">
                <a16:creationId xmlns:a16="http://schemas.microsoft.com/office/drawing/2014/main" id="{C7C912DB-E11B-3D4C-9D09-221D4E874712}"/>
              </a:ext>
              <a:ext uri="{C183D7F6-B498-43B3-948B-1728B52AA6E4}">
                <adec:decorative xmlns:adec="http://schemas.microsoft.com/office/drawing/2017/decorative" val="1"/>
              </a:ext>
            </a:extLst>
          </p:cNvPr>
          <p:cNvSpPr/>
          <p:nvPr userDrawn="1"/>
        </p:nvSpPr>
        <p:spPr>
          <a:xfrm>
            <a:off x="0" y="1024128"/>
            <a:ext cx="11163300" cy="58256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Placeholder 10">
            <a:extLst>
              <a:ext uri="{FF2B5EF4-FFF2-40B4-BE49-F238E27FC236}">
                <a16:creationId xmlns:a16="http://schemas.microsoft.com/office/drawing/2014/main" id="{963DBCEB-EA83-B646-A716-9EAB713C5280}"/>
              </a:ext>
            </a:extLst>
          </p:cNvPr>
          <p:cNvSpPr>
            <a:spLocks noGrp="1"/>
          </p:cNvSpPr>
          <p:nvPr>
            <p:ph type="body" sz="quarter" idx="13" hasCustomPrompt="1"/>
          </p:nvPr>
        </p:nvSpPr>
        <p:spPr>
          <a:xfrm>
            <a:off x="1485900" y="4226928"/>
            <a:ext cx="5264150" cy="354459"/>
          </a:xfrm>
        </p:spPr>
        <p:txBody>
          <a:bodyPr>
            <a:noAutofit/>
          </a:bodyPr>
          <a:lstStyle>
            <a:lvl1pPr marL="0" indent="0">
              <a:buNone/>
              <a:defRPr sz="2300">
                <a:solidFill>
                  <a:schemeClr val="tx1">
                    <a:lumMod val="10000"/>
                    <a:lumOff val="90000"/>
                  </a:schemeClr>
                </a:solidFill>
              </a:defRPr>
            </a:lvl1pPr>
            <a:lvl2pPr>
              <a:defRPr sz="2100"/>
            </a:lvl2pPr>
            <a:lvl3pPr>
              <a:defRPr sz="2100"/>
            </a:lvl3pPr>
            <a:lvl4pPr>
              <a:defRPr sz="2100"/>
            </a:lvl4pPr>
            <a:lvl5pPr>
              <a:defRPr sz="2100"/>
            </a:lvl5pPr>
          </a:lstStyle>
          <a:p>
            <a:pPr lvl="0"/>
            <a:r>
              <a:rPr lang="en-US"/>
              <a:t>Insert subtitle if needed</a:t>
            </a:r>
          </a:p>
        </p:txBody>
      </p:sp>
      <p:sp>
        <p:nvSpPr>
          <p:cNvPr id="13" name="Freeform 12">
            <a:extLst>
              <a:ext uri="{FF2B5EF4-FFF2-40B4-BE49-F238E27FC236}">
                <a16:creationId xmlns:a16="http://schemas.microsoft.com/office/drawing/2014/main" id="{A2A8E911-3157-1444-8D3E-B3404B047192}"/>
              </a:ext>
            </a:extLst>
          </p:cNvPr>
          <p:cNvSpPr/>
          <p:nvPr userDrawn="1"/>
        </p:nvSpPr>
        <p:spPr>
          <a:xfrm>
            <a:off x="8714232" y="1024128"/>
            <a:ext cx="2449068" cy="5833872"/>
          </a:xfrm>
          <a:custGeom>
            <a:avLst/>
            <a:gdLst>
              <a:gd name="connsiteX0" fmla="*/ 0 w 3290316"/>
              <a:gd name="connsiteY0" fmla="*/ 0 h 6193766"/>
              <a:gd name="connsiteX1" fmla="*/ 1490472 w 3290316"/>
              <a:gd name="connsiteY1" fmla="*/ 0 h 6193766"/>
              <a:gd name="connsiteX2" fmla="*/ 2980944 w 3290316"/>
              <a:gd name="connsiteY2" fmla="*/ 0 h 6193766"/>
              <a:gd name="connsiteX3" fmla="*/ 3290316 w 3290316"/>
              <a:gd name="connsiteY3" fmla="*/ 0 h 6193766"/>
              <a:gd name="connsiteX4" fmla="*/ 3290316 w 3290316"/>
              <a:gd name="connsiteY4" fmla="*/ 6185532 h 6193766"/>
              <a:gd name="connsiteX5" fmla="*/ 1492453 w 3290316"/>
              <a:gd name="connsiteY5" fmla="*/ 6185532 h 6193766"/>
              <a:gd name="connsiteX6" fmla="*/ 1490472 w 3290316"/>
              <a:gd name="connsiteY6" fmla="*/ 6193766 h 6193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90316" h="6193766">
                <a:moveTo>
                  <a:pt x="0" y="0"/>
                </a:moveTo>
                <a:lnTo>
                  <a:pt x="1490472" y="0"/>
                </a:lnTo>
                <a:lnTo>
                  <a:pt x="2980944" y="0"/>
                </a:lnTo>
                <a:lnTo>
                  <a:pt x="3290316" y="0"/>
                </a:lnTo>
                <a:lnTo>
                  <a:pt x="3290316" y="6185532"/>
                </a:lnTo>
                <a:lnTo>
                  <a:pt x="1492453" y="6185532"/>
                </a:lnTo>
                <a:lnTo>
                  <a:pt x="1490472" y="6193766"/>
                </a:lnTo>
                <a:close/>
              </a:path>
            </a:pathLst>
          </a:custGeom>
          <a:solidFill>
            <a:schemeClr val="accent1">
              <a:lumMod val="7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Rectangle 7">
            <a:extLst>
              <a:ext uri="{FF2B5EF4-FFF2-40B4-BE49-F238E27FC236}">
                <a16:creationId xmlns:a16="http://schemas.microsoft.com/office/drawing/2014/main" id="{B6B6D0D8-B441-B94F-81C3-D858DB039304}"/>
              </a:ext>
            </a:extLst>
          </p:cNvPr>
          <p:cNvSpPr/>
          <p:nvPr userDrawn="1"/>
        </p:nvSpPr>
        <p:spPr>
          <a:xfrm>
            <a:off x="11507059" y="0"/>
            <a:ext cx="570641" cy="10244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Logo&#10;&#10;Description automatically generated">
            <a:extLst>
              <a:ext uri="{FF2B5EF4-FFF2-40B4-BE49-F238E27FC236}">
                <a16:creationId xmlns:a16="http://schemas.microsoft.com/office/drawing/2014/main" id="{C54FEC2B-37AF-0F44-BE06-966950F82A61}"/>
              </a:ext>
            </a:extLst>
          </p:cNvPr>
          <p:cNvPicPr>
            <a:picLocks noChangeAspect="1"/>
          </p:cNvPicPr>
          <p:nvPr userDrawn="1"/>
        </p:nvPicPr>
        <p:blipFill>
          <a:blip r:embed="rId3"/>
          <a:stretch>
            <a:fillRect/>
          </a:stretch>
        </p:blipFill>
        <p:spPr>
          <a:xfrm>
            <a:off x="11564318" y="222225"/>
            <a:ext cx="456122" cy="716763"/>
          </a:xfrm>
          <a:prstGeom prst="rect">
            <a:avLst/>
          </a:prstGeom>
        </p:spPr>
      </p:pic>
      <p:sp>
        <p:nvSpPr>
          <p:cNvPr id="14" name="Rectangle 13">
            <a:extLst>
              <a:ext uri="{FF2B5EF4-FFF2-40B4-BE49-F238E27FC236}">
                <a16:creationId xmlns:a16="http://schemas.microsoft.com/office/drawing/2014/main" id="{8EB6C9F2-5465-8D47-8351-B6B681C458B1}"/>
              </a:ext>
              <a:ext uri="{C183D7F6-B498-43B3-948B-1728B52AA6E4}">
                <adec:decorative xmlns:adec="http://schemas.microsoft.com/office/drawing/2017/decorative" val="1"/>
              </a:ext>
            </a:extLst>
          </p:cNvPr>
          <p:cNvSpPr/>
          <p:nvPr userDrawn="1"/>
        </p:nvSpPr>
        <p:spPr>
          <a:xfrm>
            <a:off x="1485900" y="4007404"/>
            <a:ext cx="471523" cy="940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80FAE3-817C-39BF-9406-1BB722EB9D1B}"/>
              </a:ext>
            </a:extLst>
          </p:cNvPr>
          <p:cNvSpPr>
            <a:spLocks noGrp="1"/>
          </p:cNvSpPr>
          <p:nvPr>
            <p:ph type="title" hasCustomPrompt="1"/>
          </p:nvPr>
        </p:nvSpPr>
        <p:spPr>
          <a:xfrm>
            <a:off x="1485900" y="2514600"/>
            <a:ext cx="8279202" cy="1367286"/>
          </a:xfrm>
        </p:spPr>
        <p:txBody>
          <a:bodyPr rIns="91440">
            <a:normAutofit/>
          </a:bodyPr>
          <a:lstStyle>
            <a:lvl1pPr>
              <a:defRPr sz="4000">
                <a:solidFill>
                  <a:schemeClr val="bg1"/>
                </a:solidFill>
              </a:defRPr>
            </a:lvl1pPr>
          </a:lstStyle>
          <a:p>
            <a:r>
              <a:rPr lang="en-US"/>
              <a:t>Insert section header slide title</a:t>
            </a:r>
          </a:p>
        </p:txBody>
      </p:sp>
    </p:spTree>
    <p:extLst>
      <p:ext uri="{BB962C8B-B14F-4D97-AF65-F5344CB8AC3E}">
        <p14:creationId xmlns:p14="http://schemas.microsoft.com/office/powerpoint/2010/main" val="28924274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_black">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EECEB0E-880C-6049-9B69-BA2FEE345667}"/>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8234"/>
            <a:ext cx="12192000" cy="6858000"/>
          </a:xfrm>
          <a:prstGeom prst="rect">
            <a:avLst/>
          </a:prstGeom>
        </p:spPr>
      </p:pic>
      <p:sp>
        <p:nvSpPr>
          <p:cNvPr id="12" name="Rectangle 11">
            <a:extLst>
              <a:ext uri="{FF2B5EF4-FFF2-40B4-BE49-F238E27FC236}">
                <a16:creationId xmlns:a16="http://schemas.microsoft.com/office/drawing/2014/main" id="{C7C912DB-E11B-3D4C-9D09-221D4E874712}"/>
              </a:ext>
              <a:ext uri="{C183D7F6-B498-43B3-948B-1728B52AA6E4}">
                <adec:decorative xmlns:adec="http://schemas.microsoft.com/office/drawing/2017/decorative" val="1"/>
              </a:ext>
            </a:extLst>
          </p:cNvPr>
          <p:cNvSpPr/>
          <p:nvPr userDrawn="1"/>
        </p:nvSpPr>
        <p:spPr>
          <a:xfrm>
            <a:off x="0" y="1024128"/>
            <a:ext cx="11163300" cy="583387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Placeholder 10">
            <a:extLst>
              <a:ext uri="{FF2B5EF4-FFF2-40B4-BE49-F238E27FC236}">
                <a16:creationId xmlns:a16="http://schemas.microsoft.com/office/drawing/2014/main" id="{963DBCEB-EA83-B646-A716-9EAB713C5280}"/>
              </a:ext>
            </a:extLst>
          </p:cNvPr>
          <p:cNvSpPr>
            <a:spLocks noGrp="1"/>
          </p:cNvSpPr>
          <p:nvPr>
            <p:ph type="body" sz="quarter" idx="13" hasCustomPrompt="1"/>
          </p:nvPr>
        </p:nvSpPr>
        <p:spPr>
          <a:xfrm>
            <a:off x="1485900" y="4226928"/>
            <a:ext cx="5264150" cy="354459"/>
          </a:xfrm>
        </p:spPr>
        <p:txBody>
          <a:bodyPr>
            <a:noAutofit/>
          </a:bodyPr>
          <a:lstStyle>
            <a:lvl1pPr marL="0" indent="0">
              <a:buNone/>
              <a:defRPr sz="2300">
                <a:solidFill>
                  <a:schemeClr val="tx1">
                    <a:lumMod val="25000"/>
                    <a:lumOff val="75000"/>
                  </a:schemeClr>
                </a:solidFill>
              </a:defRPr>
            </a:lvl1pPr>
            <a:lvl2pPr>
              <a:defRPr sz="2100"/>
            </a:lvl2pPr>
            <a:lvl3pPr>
              <a:defRPr sz="2100"/>
            </a:lvl3pPr>
            <a:lvl4pPr>
              <a:defRPr sz="2100"/>
            </a:lvl4pPr>
            <a:lvl5pPr>
              <a:defRPr sz="2100"/>
            </a:lvl5pPr>
          </a:lstStyle>
          <a:p>
            <a:pPr lvl="0"/>
            <a:r>
              <a:rPr lang="en-US"/>
              <a:t>Insert subtitle if needed</a:t>
            </a:r>
          </a:p>
        </p:txBody>
      </p:sp>
      <p:sp>
        <p:nvSpPr>
          <p:cNvPr id="6" name="Rectangle 5">
            <a:extLst>
              <a:ext uri="{FF2B5EF4-FFF2-40B4-BE49-F238E27FC236}">
                <a16:creationId xmlns:a16="http://schemas.microsoft.com/office/drawing/2014/main" id="{2783DD59-F90E-824A-BBB1-FEED68A85CFA}"/>
              </a:ext>
            </a:extLst>
          </p:cNvPr>
          <p:cNvSpPr/>
          <p:nvPr userDrawn="1"/>
        </p:nvSpPr>
        <p:spPr>
          <a:xfrm>
            <a:off x="11507059" y="0"/>
            <a:ext cx="570641" cy="10244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Logo&#10;&#10;Description automatically generated">
            <a:extLst>
              <a:ext uri="{FF2B5EF4-FFF2-40B4-BE49-F238E27FC236}">
                <a16:creationId xmlns:a16="http://schemas.microsoft.com/office/drawing/2014/main" id="{FB906E23-D9AF-EB4E-BF01-60C6ADFFAA28}"/>
              </a:ext>
            </a:extLst>
          </p:cNvPr>
          <p:cNvPicPr>
            <a:picLocks noChangeAspect="1"/>
          </p:cNvPicPr>
          <p:nvPr userDrawn="1"/>
        </p:nvPicPr>
        <p:blipFill>
          <a:blip r:embed="rId3"/>
          <a:stretch>
            <a:fillRect/>
          </a:stretch>
        </p:blipFill>
        <p:spPr>
          <a:xfrm>
            <a:off x="11564318" y="222225"/>
            <a:ext cx="456122" cy="716763"/>
          </a:xfrm>
          <a:prstGeom prst="rect">
            <a:avLst/>
          </a:prstGeom>
        </p:spPr>
      </p:pic>
      <p:sp>
        <p:nvSpPr>
          <p:cNvPr id="8" name="Rectangle 7">
            <a:extLst>
              <a:ext uri="{FF2B5EF4-FFF2-40B4-BE49-F238E27FC236}">
                <a16:creationId xmlns:a16="http://schemas.microsoft.com/office/drawing/2014/main" id="{211E94CE-F71B-1944-B826-00353C8726F4}"/>
              </a:ext>
              <a:ext uri="{C183D7F6-B498-43B3-948B-1728B52AA6E4}">
                <adec:decorative xmlns:adec="http://schemas.microsoft.com/office/drawing/2017/decorative" val="1"/>
              </a:ext>
            </a:extLst>
          </p:cNvPr>
          <p:cNvSpPr/>
          <p:nvPr userDrawn="1"/>
        </p:nvSpPr>
        <p:spPr>
          <a:xfrm>
            <a:off x="1485900" y="4007404"/>
            <a:ext cx="471523" cy="94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a:extLst>
              <a:ext uri="{FF2B5EF4-FFF2-40B4-BE49-F238E27FC236}">
                <a16:creationId xmlns:a16="http://schemas.microsoft.com/office/drawing/2014/main" id="{0FF968CE-35E2-E543-8D71-1D8778441684}"/>
              </a:ext>
            </a:extLst>
          </p:cNvPr>
          <p:cNvSpPr/>
          <p:nvPr userDrawn="1"/>
        </p:nvSpPr>
        <p:spPr>
          <a:xfrm>
            <a:off x="8714232" y="1024128"/>
            <a:ext cx="2449068" cy="5833872"/>
          </a:xfrm>
          <a:custGeom>
            <a:avLst/>
            <a:gdLst>
              <a:gd name="connsiteX0" fmla="*/ 0 w 3290316"/>
              <a:gd name="connsiteY0" fmla="*/ 0 h 6193766"/>
              <a:gd name="connsiteX1" fmla="*/ 1490472 w 3290316"/>
              <a:gd name="connsiteY1" fmla="*/ 0 h 6193766"/>
              <a:gd name="connsiteX2" fmla="*/ 2980944 w 3290316"/>
              <a:gd name="connsiteY2" fmla="*/ 0 h 6193766"/>
              <a:gd name="connsiteX3" fmla="*/ 3290316 w 3290316"/>
              <a:gd name="connsiteY3" fmla="*/ 0 h 6193766"/>
              <a:gd name="connsiteX4" fmla="*/ 3290316 w 3290316"/>
              <a:gd name="connsiteY4" fmla="*/ 6185532 h 6193766"/>
              <a:gd name="connsiteX5" fmla="*/ 1492453 w 3290316"/>
              <a:gd name="connsiteY5" fmla="*/ 6185532 h 6193766"/>
              <a:gd name="connsiteX6" fmla="*/ 1490472 w 3290316"/>
              <a:gd name="connsiteY6" fmla="*/ 6193766 h 6193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90316" h="6193766">
                <a:moveTo>
                  <a:pt x="0" y="0"/>
                </a:moveTo>
                <a:lnTo>
                  <a:pt x="1490472" y="0"/>
                </a:lnTo>
                <a:lnTo>
                  <a:pt x="2980944" y="0"/>
                </a:lnTo>
                <a:lnTo>
                  <a:pt x="3290316" y="0"/>
                </a:lnTo>
                <a:lnTo>
                  <a:pt x="3290316" y="6185532"/>
                </a:lnTo>
                <a:lnTo>
                  <a:pt x="1492453" y="6185532"/>
                </a:lnTo>
                <a:lnTo>
                  <a:pt x="1490472" y="6193766"/>
                </a:lnTo>
                <a:close/>
              </a:path>
            </a:pathLst>
          </a:custGeom>
          <a:solidFill>
            <a:schemeClr val="tx1">
              <a:lumMod val="75000"/>
              <a:lumOff val="2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53A01DD-C106-CC69-522D-8C62DD01D111}"/>
              </a:ext>
            </a:extLst>
          </p:cNvPr>
          <p:cNvSpPr>
            <a:spLocks noGrp="1"/>
          </p:cNvSpPr>
          <p:nvPr>
            <p:ph type="title" hasCustomPrompt="1"/>
          </p:nvPr>
        </p:nvSpPr>
        <p:spPr>
          <a:xfrm>
            <a:off x="1485900" y="2500868"/>
            <a:ext cx="8279202" cy="1367286"/>
          </a:xfrm>
        </p:spPr>
        <p:txBody>
          <a:bodyPr rIns="91440">
            <a:normAutofit/>
          </a:bodyPr>
          <a:lstStyle>
            <a:lvl1pPr>
              <a:defRPr sz="4000">
                <a:solidFill>
                  <a:schemeClr val="bg1"/>
                </a:solidFill>
              </a:defRPr>
            </a:lvl1pPr>
          </a:lstStyle>
          <a:p>
            <a:r>
              <a:rPr lang="en-US"/>
              <a:t>Insert section header slide title</a:t>
            </a:r>
          </a:p>
        </p:txBody>
      </p:sp>
    </p:spTree>
    <p:extLst>
      <p:ext uri="{BB962C8B-B14F-4D97-AF65-F5344CB8AC3E}">
        <p14:creationId xmlns:p14="http://schemas.microsoft.com/office/powerpoint/2010/main" val="23757103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300" y="457200"/>
            <a:ext cx="10668000" cy="1066800"/>
          </a:xfrm>
        </p:spPr>
        <p:txBody>
          <a:bodyPr rIns="91440"/>
          <a:lstStyle>
            <a:lvl1pPr>
              <a:defRPr>
                <a:solidFill>
                  <a:schemeClr val="tx1">
                    <a:lumMod val="90000"/>
                    <a:lumOff val="10000"/>
                  </a:schemeClr>
                </a:solidFill>
              </a:defRPr>
            </a:lvl1pPr>
          </a:lstStyle>
          <a:p>
            <a:r>
              <a:rPr lang="en-US"/>
              <a:t>Insert slide title in title or sentence case</a:t>
            </a:r>
          </a:p>
        </p:txBody>
      </p:sp>
      <p:sp>
        <p:nvSpPr>
          <p:cNvPr id="4" name="Footer Placeholder 3"/>
          <p:cNvSpPr>
            <a:spLocks noGrp="1"/>
          </p:cNvSpPr>
          <p:nvPr>
            <p:ph type="ftr" sz="quarter" idx="11"/>
          </p:nvPr>
        </p:nvSpPr>
        <p:spPr/>
        <p:txBody>
          <a:bodyPr/>
          <a:lstStyle/>
          <a:p>
            <a:r>
              <a:rPr lang="en-US"/>
              <a:t>Department of Electrical and Computer Engineering</a:t>
            </a:r>
          </a:p>
        </p:txBody>
      </p:sp>
    </p:spTree>
    <p:extLst>
      <p:ext uri="{BB962C8B-B14F-4D97-AF65-F5344CB8AC3E}">
        <p14:creationId xmlns:p14="http://schemas.microsoft.com/office/powerpoint/2010/main" val="1420361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Department of Electrical and Computer Engineering</a:t>
            </a:r>
          </a:p>
        </p:txBody>
      </p:sp>
      <p:sp>
        <p:nvSpPr>
          <p:cNvPr id="2" name="Title 1">
            <a:extLst>
              <a:ext uri="{FF2B5EF4-FFF2-40B4-BE49-F238E27FC236}">
                <a16:creationId xmlns:a16="http://schemas.microsoft.com/office/drawing/2014/main" id="{D25314EC-B97D-4AB8-DA8F-64CFE8CFB80E}"/>
              </a:ext>
            </a:extLst>
          </p:cNvPr>
          <p:cNvSpPr>
            <a:spLocks noGrp="1"/>
          </p:cNvSpPr>
          <p:nvPr>
            <p:ph type="title" hasCustomPrompt="1"/>
          </p:nvPr>
        </p:nvSpPr>
        <p:spPr>
          <a:xfrm>
            <a:off x="0" y="-177501"/>
            <a:ext cx="10668000" cy="177501"/>
          </a:xfrm>
        </p:spPr>
        <p:txBody>
          <a:bodyPr>
            <a:normAutofit/>
          </a:bodyPr>
          <a:lstStyle>
            <a:lvl1pPr>
              <a:defRPr sz="1200" b="0" i="0">
                <a:latin typeface="Arial" panose="020B0604020202020204" pitchFamily="34" charset="0"/>
                <a:cs typeface="Arial" panose="020B0604020202020204" pitchFamily="34" charset="0"/>
              </a:defRPr>
            </a:lvl1pPr>
          </a:lstStyle>
          <a:p>
            <a:r>
              <a:rPr lang="en-US"/>
              <a:t>Blank Slide</a:t>
            </a:r>
          </a:p>
        </p:txBody>
      </p:sp>
    </p:spTree>
    <p:extLst>
      <p:ext uri="{BB962C8B-B14F-4D97-AF65-F5344CB8AC3E}">
        <p14:creationId xmlns:p14="http://schemas.microsoft.com/office/powerpoint/2010/main" val="6495042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End-re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305D359-7029-C74B-8048-D1347E3FF64A}"/>
              </a:ext>
              <a:ext uri="{C183D7F6-B498-43B3-948B-1728B52AA6E4}">
                <adec:decorative xmlns:adec="http://schemas.microsoft.com/office/drawing/2017/decorative" val="1"/>
              </a:ext>
            </a:extLst>
          </p:cNvPr>
          <p:cNvSpPr/>
          <p:nvPr userDrawn="1"/>
        </p:nvSpPr>
        <p:spPr>
          <a:xfrm>
            <a:off x="0" y="-9939"/>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UW–Madison logo in white text on a red background">
            <a:extLst>
              <a:ext uri="{FF2B5EF4-FFF2-40B4-BE49-F238E27FC236}">
                <a16:creationId xmlns:a16="http://schemas.microsoft.com/office/drawing/2014/main" id="{9442AFA6-CAED-D743-9BD0-FB7276EC21DE}"/>
              </a:ext>
            </a:extLst>
          </p:cNvPr>
          <p:cNvPicPr>
            <a:picLocks noChangeAspect="1"/>
          </p:cNvPicPr>
          <p:nvPr userDrawn="1"/>
        </p:nvPicPr>
        <p:blipFill>
          <a:blip r:embed="rId2"/>
          <a:stretch>
            <a:fillRect/>
          </a:stretch>
        </p:blipFill>
        <p:spPr>
          <a:xfrm>
            <a:off x="4557092" y="2911281"/>
            <a:ext cx="3077817" cy="1035438"/>
          </a:xfrm>
          <a:prstGeom prst="rect">
            <a:avLst/>
          </a:prstGeom>
        </p:spPr>
      </p:pic>
      <p:sp>
        <p:nvSpPr>
          <p:cNvPr id="2" name="Title 1">
            <a:extLst>
              <a:ext uri="{FF2B5EF4-FFF2-40B4-BE49-F238E27FC236}">
                <a16:creationId xmlns:a16="http://schemas.microsoft.com/office/drawing/2014/main" id="{35BD7F9E-D457-5EE9-AC3D-A497DF40BA87}"/>
              </a:ext>
            </a:extLst>
          </p:cNvPr>
          <p:cNvSpPr>
            <a:spLocks noGrp="1"/>
          </p:cNvSpPr>
          <p:nvPr>
            <p:ph type="title" hasCustomPrompt="1"/>
          </p:nvPr>
        </p:nvSpPr>
        <p:spPr>
          <a:xfrm>
            <a:off x="0" y="-208956"/>
            <a:ext cx="10668000" cy="188259"/>
          </a:xfrm>
        </p:spPr>
        <p:txBody>
          <a:bodyPr>
            <a:normAutofit/>
          </a:bodyPr>
          <a:lstStyle>
            <a:lvl1pPr>
              <a:defRPr sz="1200" b="0" i="0">
                <a:latin typeface="Arial" panose="020B0604020202020204" pitchFamily="34" charset="0"/>
                <a:cs typeface="Arial" panose="020B0604020202020204" pitchFamily="34" charset="0"/>
              </a:defRPr>
            </a:lvl1pPr>
          </a:lstStyle>
          <a:p>
            <a:r>
              <a:rPr lang="en-US"/>
              <a:t>Red Closing Slide</a:t>
            </a:r>
          </a:p>
        </p:txBody>
      </p:sp>
    </p:spTree>
    <p:extLst>
      <p:ext uri="{BB962C8B-B14F-4D97-AF65-F5344CB8AC3E}">
        <p14:creationId xmlns:p14="http://schemas.microsoft.com/office/powerpoint/2010/main" val="2583120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End-blac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305D359-7029-C74B-8048-D1347E3FF64A}"/>
              </a:ext>
              <a:ext uri="{C183D7F6-B498-43B3-948B-1728B52AA6E4}">
                <adec:decorative xmlns:adec="http://schemas.microsoft.com/office/drawing/2017/decorative" val="1"/>
              </a:ext>
            </a:extLst>
          </p:cNvPr>
          <p:cNvSpPr/>
          <p:nvPr userDrawn="1"/>
        </p:nvSpPr>
        <p:spPr>
          <a:xfrm>
            <a:off x="0" y="-9939"/>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UW–Madison logo with white text on a black background">
            <a:extLst>
              <a:ext uri="{FF2B5EF4-FFF2-40B4-BE49-F238E27FC236}">
                <a16:creationId xmlns:a16="http://schemas.microsoft.com/office/drawing/2014/main" id="{9442AFA6-CAED-D743-9BD0-FB7276EC21DE}"/>
              </a:ext>
            </a:extLst>
          </p:cNvPr>
          <p:cNvPicPr>
            <a:picLocks noChangeAspect="1"/>
          </p:cNvPicPr>
          <p:nvPr userDrawn="1"/>
        </p:nvPicPr>
        <p:blipFill>
          <a:blip r:embed="rId2"/>
          <a:stretch>
            <a:fillRect/>
          </a:stretch>
        </p:blipFill>
        <p:spPr>
          <a:xfrm>
            <a:off x="4557092" y="2911281"/>
            <a:ext cx="3077817" cy="1035438"/>
          </a:xfrm>
          <a:prstGeom prst="rect">
            <a:avLst/>
          </a:prstGeom>
        </p:spPr>
      </p:pic>
      <p:sp>
        <p:nvSpPr>
          <p:cNvPr id="2" name="Title 1">
            <a:extLst>
              <a:ext uri="{FF2B5EF4-FFF2-40B4-BE49-F238E27FC236}">
                <a16:creationId xmlns:a16="http://schemas.microsoft.com/office/drawing/2014/main" id="{B5D12E06-23AB-9F35-311A-C472E2F129AB}"/>
              </a:ext>
            </a:extLst>
          </p:cNvPr>
          <p:cNvSpPr>
            <a:spLocks noGrp="1"/>
          </p:cNvSpPr>
          <p:nvPr>
            <p:ph type="title" hasCustomPrompt="1"/>
          </p:nvPr>
        </p:nvSpPr>
        <p:spPr>
          <a:xfrm>
            <a:off x="0" y="-251986"/>
            <a:ext cx="10668000" cy="242047"/>
          </a:xfrm>
        </p:spPr>
        <p:txBody>
          <a:bodyPr>
            <a:normAutofit/>
          </a:bodyPr>
          <a:lstStyle>
            <a:lvl1pPr>
              <a:defRPr sz="1200" b="0" i="0">
                <a:latin typeface="Arial" panose="020B0604020202020204" pitchFamily="34" charset="0"/>
                <a:cs typeface="Arial" panose="020B0604020202020204" pitchFamily="34" charset="0"/>
              </a:defRPr>
            </a:lvl1pPr>
          </a:lstStyle>
          <a:p>
            <a:r>
              <a:rPr lang="en-US"/>
              <a:t>Black Closing Slide</a:t>
            </a:r>
          </a:p>
        </p:txBody>
      </p:sp>
    </p:spTree>
    <p:extLst>
      <p:ext uri="{BB962C8B-B14F-4D97-AF65-F5344CB8AC3E}">
        <p14:creationId xmlns:p14="http://schemas.microsoft.com/office/powerpoint/2010/main" val="2314827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5300" y="457200"/>
            <a:ext cx="10668000" cy="1066800"/>
          </a:xfrm>
          <a:prstGeom prst="rect">
            <a:avLst/>
          </a:prstGeom>
        </p:spPr>
        <p:txBody>
          <a:bodyPr vert="horz" lIns="0" tIns="45720" rIns="0" bIns="0" rtlCol="0" anchor="b" anchorCtr="0">
            <a:normAutofit/>
          </a:bodyPr>
          <a:lstStyle/>
          <a:p>
            <a:r>
              <a:rPr lang="en-US"/>
              <a:t>Click to edit Master title style</a:t>
            </a:r>
          </a:p>
        </p:txBody>
      </p:sp>
      <p:sp>
        <p:nvSpPr>
          <p:cNvPr id="3" name="Text Placeholder 2"/>
          <p:cNvSpPr>
            <a:spLocks noGrp="1"/>
          </p:cNvSpPr>
          <p:nvPr>
            <p:ph type="body" idx="1"/>
          </p:nvPr>
        </p:nvSpPr>
        <p:spPr>
          <a:xfrm>
            <a:off x="1485900" y="1828799"/>
            <a:ext cx="9677400" cy="4457701"/>
          </a:xfrm>
          <a:prstGeom prst="rect">
            <a:avLst/>
          </a:prstGeom>
        </p:spPr>
        <p:txBody>
          <a:bodyPr vert="horz" lIns="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0" y="6505057"/>
            <a:ext cx="1060586" cy="344710"/>
          </a:xfrm>
          <a:prstGeom prst="rect">
            <a:avLst/>
          </a:prstGeom>
          <a:solidFill>
            <a:schemeClr val="accent1"/>
          </a:solidFill>
          <a:ln>
            <a:noFill/>
          </a:ln>
        </p:spPr>
        <p:txBody>
          <a:bodyPr vert="horz" wrap="square" lIns="91440" tIns="64008" rIns="91440" bIns="64008" rtlCol="0" anchor="ctr">
            <a:spAutoFit/>
          </a:bodyPr>
          <a:lstStyle>
            <a:lvl1pPr algn="ctr">
              <a:defRPr sz="1400" b="0" i="0">
                <a:solidFill>
                  <a:schemeClr val="bg1"/>
                </a:solidFill>
                <a:latin typeface="Arial" panose="020B0604020202020204" pitchFamily="34" charset="0"/>
                <a:cs typeface="Arial" panose="020B0604020202020204" pitchFamily="34" charset="0"/>
              </a:defRPr>
            </a:lvl1pPr>
          </a:lstStyle>
          <a:p>
            <a:r>
              <a:rPr lang="en-US"/>
              <a:t>Department of Electrical and Computer Engineering</a:t>
            </a:r>
          </a:p>
        </p:txBody>
      </p:sp>
      <p:sp>
        <p:nvSpPr>
          <p:cNvPr id="7" name="Rectangle 6">
            <a:extLst>
              <a:ext uri="{FF2B5EF4-FFF2-40B4-BE49-F238E27FC236}">
                <a16:creationId xmlns:a16="http://schemas.microsoft.com/office/drawing/2014/main" id="{EF1B1986-83A7-3542-BAD9-60B6AA5AD8E5}"/>
              </a:ext>
              <a:ext uri="{C183D7F6-B498-43B3-948B-1728B52AA6E4}">
                <adec:decorative xmlns:adec="http://schemas.microsoft.com/office/drawing/2017/decorative" val="1"/>
              </a:ext>
            </a:extLst>
          </p:cNvPr>
          <p:cNvSpPr/>
          <p:nvPr userDrawn="1"/>
        </p:nvSpPr>
        <p:spPr>
          <a:xfrm>
            <a:off x="11507059" y="0"/>
            <a:ext cx="570641" cy="10244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UW–Madison red crest logo&#10;">
            <a:extLst>
              <a:ext uri="{FF2B5EF4-FFF2-40B4-BE49-F238E27FC236}">
                <a16:creationId xmlns:a16="http://schemas.microsoft.com/office/drawing/2014/main" id="{0E552B7F-AB27-DB49-8004-05CB28567967}"/>
              </a:ext>
            </a:extLst>
          </p:cNvPr>
          <p:cNvPicPr>
            <a:picLocks noChangeAspect="1"/>
          </p:cNvPicPr>
          <p:nvPr userDrawn="1"/>
        </p:nvPicPr>
        <p:blipFill>
          <a:blip r:embed="rId12"/>
          <a:stretch>
            <a:fillRect/>
          </a:stretch>
        </p:blipFill>
        <p:spPr>
          <a:xfrm>
            <a:off x="11564318" y="222225"/>
            <a:ext cx="456122" cy="716763"/>
          </a:xfrm>
          <a:prstGeom prst="rect">
            <a:avLst/>
          </a:prstGeom>
        </p:spPr>
      </p:pic>
    </p:spTree>
    <p:extLst>
      <p:ext uri="{BB962C8B-B14F-4D97-AF65-F5344CB8AC3E}">
        <p14:creationId xmlns:p14="http://schemas.microsoft.com/office/powerpoint/2010/main" val="2525479140"/>
      </p:ext>
    </p:extLst>
  </p:cSld>
  <p:clrMap bg1="lt1" tx1="dk1" bg2="lt2" tx2="dk2" accent1="accent1" accent2="accent2" accent3="accent3" accent4="accent4" accent5="accent5" accent6="accent6" hlink="hlink" folHlink="folHlink"/>
  <p:sldLayoutIdLst>
    <p:sldLayoutId id="2147483661" r:id="rId1"/>
    <p:sldLayoutId id="2147483672" r:id="rId2"/>
    <p:sldLayoutId id="2147483662" r:id="rId3"/>
    <p:sldLayoutId id="2147483674" r:id="rId4"/>
    <p:sldLayoutId id="2147483663" r:id="rId5"/>
    <p:sldLayoutId id="2147483673" r:id="rId6"/>
    <p:sldLayoutId id="2147483666" r:id="rId7"/>
    <p:sldLayoutId id="2147483667" r:id="rId8"/>
    <p:sldLayoutId id="2147483676" r:id="rId9"/>
    <p:sldLayoutId id="2147483677" r:id="rId10"/>
  </p:sldLayoutIdLst>
  <p:hf hdr="0" dt="0"/>
  <p:txStyles>
    <p:titleStyle>
      <a:lvl1pPr algn="l" defTabSz="914400"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p:titleStyle>
    <p:bodyStyle>
      <a:lvl1pPr marL="176213" indent="-176213" algn="l" defTabSz="914400" rtl="0" eaLnBrk="1" latinLnBrk="0" hangingPunct="1">
        <a:lnSpc>
          <a:spcPct val="90000"/>
        </a:lnSpc>
        <a:spcBef>
          <a:spcPts val="1000"/>
        </a:spcBef>
        <a:buClr>
          <a:schemeClr val="accent1"/>
        </a:buClr>
        <a:buSzPct val="90000"/>
        <a:buFont typeface="Arial" panose="020B0604020202020204" pitchFamily="34" charset="0"/>
        <a:buChar char="•"/>
        <a:tabLst/>
        <a:defRPr sz="2600" b="0" i="0" kern="1200">
          <a:solidFill>
            <a:schemeClr val="tx1"/>
          </a:solidFill>
          <a:latin typeface="Arial" panose="020B0604020202020204" pitchFamily="34" charset="0"/>
          <a:ea typeface="+mn-ea"/>
          <a:cs typeface="Arial" panose="020B0604020202020204" pitchFamily="34" charset="0"/>
        </a:defRPr>
      </a:lvl1pPr>
      <a:lvl2pPr marL="635000" indent="-177800" algn="l" defTabSz="914400" rtl="0" eaLnBrk="1" latinLnBrk="0" hangingPunct="1">
        <a:lnSpc>
          <a:spcPct val="90000"/>
        </a:lnSpc>
        <a:spcBef>
          <a:spcPts val="500"/>
        </a:spcBef>
        <a:buFont typeface="Arial" panose="020B0604020202020204" pitchFamily="34" charset="0"/>
        <a:buChar char="•"/>
        <a:tabLst/>
        <a:defRPr sz="2100" b="0" i="0" kern="1200">
          <a:solidFill>
            <a:schemeClr val="tx1"/>
          </a:solidFill>
          <a:latin typeface="Arial" panose="020B0604020202020204" pitchFamily="34" charset="0"/>
          <a:ea typeface="+mn-ea"/>
          <a:cs typeface="Arial" panose="020B0604020202020204" pitchFamily="34" charset="0"/>
        </a:defRPr>
      </a:lvl2pPr>
      <a:lvl3pPr marL="1092200" indent="-177800" algn="l" defTabSz="914400" rtl="0" eaLnBrk="1" latinLnBrk="0" hangingPunct="1">
        <a:lnSpc>
          <a:spcPct val="90000"/>
        </a:lnSpc>
        <a:spcBef>
          <a:spcPts val="500"/>
        </a:spcBef>
        <a:buFont typeface="Arial" panose="020B0604020202020204" pitchFamily="34" charset="0"/>
        <a:buChar char="•"/>
        <a:tabLst/>
        <a:defRPr sz="2000" b="0" i="0" kern="1200">
          <a:solidFill>
            <a:schemeClr val="tx1"/>
          </a:solidFill>
          <a:latin typeface="Arial" panose="020B0604020202020204" pitchFamily="34" charset="0"/>
          <a:ea typeface="+mn-ea"/>
          <a:cs typeface="Arial" panose="020B0604020202020204" pitchFamily="34" charset="0"/>
        </a:defRPr>
      </a:lvl3pPr>
      <a:lvl4pPr marL="1543050" indent="-171450" algn="l" defTabSz="914400" rtl="0" eaLnBrk="1" latinLnBrk="0" hangingPunct="1">
        <a:lnSpc>
          <a:spcPct val="90000"/>
        </a:lnSpc>
        <a:spcBef>
          <a:spcPts val="500"/>
        </a:spcBef>
        <a:buFont typeface="Arial" panose="020B0604020202020204" pitchFamily="34" charset="0"/>
        <a:buChar char="•"/>
        <a:tabLst/>
        <a:defRPr sz="1800" b="0" i="0" kern="1200">
          <a:solidFill>
            <a:schemeClr val="tx1"/>
          </a:solidFill>
          <a:latin typeface="Arial" panose="020B0604020202020204" pitchFamily="34" charset="0"/>
          <a:ea typeface="+mn-ea"/>
          <a:cs typeface="Arial" panose="020B0604020202020204" pitchFamily="34" charset="0"/>
        </a:defRPr>
      </a:lvl4pPr>
      <a:lvl5pPr marL="2001838" indent="-173038" algn="l" defTabSz="914400" rtl="0" eaLnBrk="1" latinLnBrk="0" hangingPunct="1">
        <a:lnSpc>
          <a:spcPct val="90000"/>
        </a:lnSpc>
        <a:spcBef>
          <a:spcPts val="500"/>
        </a:spcBef>
        <a:buFont typeface="Arial" panose="020B0604020202020204" pitchFamily="34" charset="0"/>
        <a:buChar char="•"/>
        <a:tabLst/>
        <a:defRPr sz="18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2" userDrawn="1">
          <p15:clr>
            <a:srgbClr val="F26B43"/>
          </p15:clr>
        </p15:guide>
        <p15:guide id="2" pos="72" userDrawn="1">
          <p15:clr>
            <a:srgbClr val="F26B43"/>
          </p15:clr>
        </p15:guide>
        <p15:guide id="3" pos="7608" userDrawn="1">
          <p15:clr>
            <a:srgbClr val="F26B43"/>
          </p15:clr>
        </p15:guide>
        <p15:guide id="4" pos="312" userDrawn="1">
          <p15:clr>
            <a:srgbClr val="F26B43"/>
          </p15:clr>
        </p15:guide>
        <p15:guide id="5" pos="7248" userDrawn="1">
          <p15:clr>
            <a:srgbClr val="F26B43"/>
          </p15:clr>
        </p15:guide>
        <p15:guide id="6" orient="horz" pos="4248" userDrawn="1">
          <p15:clr>
            <a:srgbClr val="F26B43"/>
          </p15:clr>
        </p15:guide>
        <p15:guide id="7" orient="horz" pos="288" userDrawn="1">
          <p15:clr>
            <a:srgbClr val="F26B43"/>
          </p15:clr>
        </p15:guide>
        <p15:guide id="8" orient="horz" pos="960" userDrawn="1">
          <p15:clr>
            <a:srgbClr val="F26B43"/>
          </p15:clr>
        </p15:guide>
        <p15:guide id="9" pos="7032" userDrawn="1">
          <p15:clr>
            <a:srgbClr val="F26B43"/>
          </p15:clr>
        </p15:guide>
        <p15:guide id="10" pos="936" userDrawn="1">
          <p15:clr>
            <a:srgbClr val="F26B43"/>
          </p15:clr>
        </p15:guide>
        <p15:guide id="11" orient="horz" pos="1152" userDrawn="1">
          <p15:clr>
            <a:srgbClr val="F26B43"/>
          </p15:clr>
        </p15:guide>
        <p15:guide id="12" orient="horz" pos="396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adaptivesupport.amd.com/s/article/1053914?language=en_US" TargetMode="Externa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hyperlink" Target="https://pynq.readthedocs.io/en/v2.1/pynq_libraries/mmio.html" TargetMode="External"/><Relationship Id="rId2" Type="http://schemas.openxmlformats.org/officeDocument/2006/relationships/hyperlink" Target="https://pynq.readthedocs.io/en/v2.1/index.html" TargetMode="Externa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hyperlink" Target="https://docs.github.com/en/get-started/start-your-journey/creating-an-account-on-github" TargetMode="External"/><Relationship Id="rId2" Type="http://schemas.openxmlformats.org/officeDocument/2006/relationships/hyperlink" Target="https://canvas.wisc.edu/courses/487437/pages/grading" TargetMode="External"/><Relationship Id="rId1" Type="http://schemas.openxmlformats.org/officeDocument/2006/relationships/slideLayout" Target="../slideLayouts/slideLayout3.xml"/><Relationship Id="rId4" Type="http://schemas.openxmlformats.org/officeDocument/2006/relationships/hyperlink" Target="https://education.github.com/git-cheat-sheet-education.pdf"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75F9F4-43A3-0298-2E7C-ECE191AA303B}"/>
              </a:ext>
            </a:extLst>
          </p:cNvPr>
          <p:cNvSpPr>
            <a:spLocks noGrp="1"/>
          </p:cNvSpPr>
          <p:nvPr>
            <p:ph type="title"/>
          </p:nvPr>
        </p:nvSpPr>
        <p:spPr>
          <a:xfrm>
            <a:off x="851888" y="905690"/>
            <a:ext cx="9584884" cy="2106570"/>
          </a:xfrm>
        </p:spPr>
        <p:txBody>
          <a:bodyPr/>
          <a:lstStyle/>
          <a:p>
            <a:r>
              <a:rPr lang="en-US" dirty="0">
                <a:latin typeface="+mn-lt"/>
                <a:cs typeface="Times New Roman" panose="02020603050405020304" pitchFamily="18" charset="0"/>
              </a:rPr>
              <a:t>ECE 554: Minilab 1</a:t>
            </a:r>
          </a:p>
        </p:txBody>
      </p:sp>
      <p:sp>
        <p:nvSpPr>
          <p:cNvPr id="2" name="Text Placeholder 1">
            <a:extLst>
              <a:ext uri="{FF2B5EF4-FFF2-40B4-BE49-F238E27FC236}">
                <a16:creationId xmlns:a16="http://schemas.microsoft.com/office/drawing/2014/main" id="{DF07922A-E823-EF6A-3BE6-71F3E0FBAD2C}"/>
              </a:ext>
            </a:extLst>
          </p:cNvPr>
          <p:cNvSpPr>
            <a:spLocks noGrp="1"/>
          </p:cNvSpPr>
          <p:nvPr>
            <p:ph type="body" sz="quarter" idx="12"/>
          </p:nvPr>
        </p:nvSpPr>
        <p:spPr/>
        <p:txBody>
          <a:bodyPr/>
          <a:lstStyle/>
          <a:p>
            <a:r>
              <a:rPr lang="en-US" dirty="0">
                <a:latin typeface="+mn-lt"/>
                <a:cs typeface="Times New Roman" panose="02020603050405020304" pitchFamily="18" charset="0"/>
              </a:rPr>
              <a:t>Getting started on AUP-ZU3 Board with </a:t>
            </a:r>
            <a:r>
              <a:rPr lang="en-US" dirty="0" err="1">
                <a:latin typeface="+mn-lt"/>
                <a:cs typeface="Times New Roman" panose="02020603050405020304" pitchFamily="18" charset="0"/>
              </a:rPr>
              <a:t>Vivado</a:t>
            </a:r>
            <a:r>
              <a:rPr lang="en-US" dirty="0">
                <a:latin typeface="+mn-lt"/>
                <a:cs typeface="Times New Roman" panose="02020603050405020304" pitchFamily="18" charset="0"/>
              </a:rPr>
              <a:t> and PYNQ</a:t>
            </a:r>
          </a:p>
          <a:p>
            <a:r>
              <a:rPr lang="en-US" dirty="0">
                <a:latin typeface="+mn-lt"/>
                <a:cs typeface="Times New Roman" panose="02020603050405020304" pitchFamily="18" charset="0"/>
              </a:rPr>
              <a:t>(PS-PL communication)</a:t>
            </a:r>
          </a:p>
        </p:txBody>
      </p:sp>
      <p:sp>
        <p:nvSpPr>
          <p:cNvPr id="3" name="Text Placeholder 2">
            <a:extLst>
              <a:ext uri="{FF2B5EF4-FFF2-40B4-BE49-F238E27FC236}">
                <a16:creationId xmlns:a16="http://schemas.microsoft.com/office/drawing/2014/main" id="{B796D8B6-E98A-B877-6244-344945B5EB25}"/>
              </a:ext>
            </a:extLst>
          </p:cNvPr>
          <p:cNvSpPr>
            <a:spLocks noGrp="1"/>
          </p:cNvSpPr>
          <p:nvPr>
            <p:ph type="body" sz="quarter" idx="13"/>
          </p:nvPr>
        </p:nvSpPr>
        <p:spPr/>
        <p:txBody>
          <a:bodyPr>
            <a:normAutofit fontScale="70000" lnSpcReduction="20000"/>
          </a:bodyPr>
          <a:lstStyle/>
          <a:p>
            <a:r>
              <a:rPr lang="en-US" dirty="0">
                <a:latin typeface="+mn-lt"/>
                <a:cs typeface="Times New Roman" panose="02020603050405020304" pitchFamily="18" charset="0"/>
              </a:rPr>
              <a:t>DEPARTMENT OF ELECTRICAL AND COMPUTER ENGINEERING</a:t>
            </a:r>
          </a:p>
          <a:p>
            <a:r>
              <a:rPr lang="en-US" dirty="0">
                <a:latin typeface="+mn-lt"/>
                <a:cs typeface="Times New Roman" panose="02020603050405020304" pitchFamily="18" charset="0"/>
              </a:rPr>
              <a:t>UNIVERSITY OF WISCONSIN-MADISON</a:t>
            </a:r>
          </a:p>
        </p:txBody>
      </p:sp>
    </p:spTree>
    <p:extLst>
      <p:ext uri="{BB962C8B-B14F-4D97-AF65-F5344CB8AC3E}">
        <p14:creationId xmlns:p14="http://schemas.microsoft.com/office/powerpoint/2010/main" val="36960328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3CAE1-60E3-78CC-981A-2208D1BB0D59}"/>
              </a:ext>
            </a:extLst>
          </p:cNvPr>
          <p:cNvSpPr>
            <a:spLocks noGrp="1"/>
          </p:cNvSpPr>
          <p:nvPr>
            <p:ph type="title"/>
          </p:nvPr>
        </p:nvSpPr>
        <p:spPr>
          <a:xfrm>
            <a:off x="495300" y="457200"/>
            <a:ext cx="10668000" cy="1066800"/>
          </a:xfrm>
        </p:spPr>
        <p:txBody>
          <a:bodyPr anchor="b">
            <a:normAutofit/>
          </a:bodyPr>
          <a:lstStyle/>
          <a:p>
            <a:r>
              <a:rPr lang="en-US" dirty="0">
                <a:latin typeface="+mn-lt"/>
                <a:cs typeface="Times New Roman" panose="02020603050405020304" pitchFamily="18" charset="0"/>
              </a:rPr>
              <a:t>Minilab 1 Description</a:t>
            </a:r>
          </a:p>
        </p:txBody>
      </p:sp>
      <p:sp>
        <p:nvSpPr>
          <p:cNvPr id="5" name="Footer Placeholder 4">
            <a:extLst>
              <a:ext uri="{FF2B5EF4-FFF2-40B4-BE49-F238E27FC236}">
                <a16:creationId xmlns:a16="http://schemas.microsoft.com/office/drawing/2014/main" id="{A8EBBEBE-801E-801C-19A4-E317A7F88846}"/>
              </a:ext>
            </a:extLst>
          </p:cNvPr>
          <p:cNvSpPr>
            <a:spLocks noGrp="1"/>
          </p:cNvSpPr>
          <p:nvPr>
            <p:ph type="ftr" sz="quarter" idx="11"/>
          </p:nvPr>
        </p:nvSpPr>
        <p:spPr>
          <a:xfrm>
            <a:off x="0" y="6505057"/>
            <a:ext cx="4686300" cy="344710"/>
          </a:xfrm>
        </p:spPr>
        <p:txBody>
          <a:bodyPr/>
          <a:lstStyle/>
          <a:p>
            <a:r>
              <a:rPr lang="en-US" dirty="0">
                <a:latin typeface="+mn-lt"/>
              </a:rPr>
              <a:t>Department of Electrical and Computer Engineering</a:t>
            </a:r>
          </a:p>
        </p:txBody>
      </p:sp>
      <p:sp>
        <p:nvSpPr>
          <p:cNvPr id="6" name="Content Placeholder 5">
            <a:extLst>
              <a:ext uri="{FF2B5EF4-FFF2-40B4-BE49-F238E27FC236}">
                <a16:creationId xmlns:a16="http://schemas.microsoft.com/office/drawing/2014/main" id="{C63BD8BE-2547-D1A9-3FA3-4719548B574D}"/>
              </a:ext>
            </a:extLst>
          </p:cNvPr>
          <p:cNvSpPr>
            <a:spLocks noGrp="1"/>
          </p:cNvSpPr>
          <p:nvPr>
            <p:ph sz="quarter" idx="13"/>
          </p:nvPr>
        </p:nvSpPr>
        <p:spPr>
          <a:xfrm>
            <a:off x="1485900" y="1840447"/>
            <a:ext cx="9677400" cy="4130585"/>
          </a:xfrm>
        </p:spPr>
        <p:txBody>
          <a:bodyPr vert="horz" lIns="0" tIns="45720" rIns="91440" bIns="45720" rtlCol="0" anchor="t">
            <a:normAutofit/>
          </a:bodyPr>
          <a:lstStyle/>
          <a:p>
            <a:r>
              <a:rPr lang="en-US" dirty="0">
                <a:latin typeface="+mn-lt"/>
                <a:cs typeface="Times New Roman" panose="02020603050405020304" pitchFamily="18" charset="0"/>
              </a:rPr>
              <a:t>Objectives:</a:t>
            </a:r>
          </a:p>
          <a:p>
            <a:pPr lvl="1"/>
            <a:r>
              <a:rPr lang="en-US" dirty="0">
                <a:latin typeface="+mn-lt"/>
                <a:cs typeface="Times New Roman" panose="02020603050405020304" pitchFamily="18" charset="0"/>
              </a:rPr>
              <a:t>Create and package a custom AXI IP in </a:t>
            </a:r>
            <a:r>
              <a:rPr lang="en-US" dirty="0" err="1">
                <a:latin typeface="+mn-lt"/>
                <a:cs typeface="Times New Roman" panose="02020603050405020304" pitchFamily="18" charset="0"/>
              </a:rPr>
              <a:t>Vivado</a:t>
            </a:r>
            <a:r>
              <a:rPr lang="en-US" dirty="0">
                <a:latin typeface="+mn-lt"/>
                <a:cs typeface="Times New Roman" panose="02020603050405020304" pitchFamily="18" charset="0"/>
              </a:rPr>
              <a:t>.</a:t>
            </a:r>
          </a:p>
          <a:p>
            <a:pPr lvl="1"/>
            <a:r>
              <a:rPr lang="en-US" dirty="0">
                <a:latin typeface="+mn-lt"/>
                <a:cs typeface="Times New Roman" panose="02020603050405020304" pitchFamily="18" charset="0"/>
              </a:rPr>
              <a:t>Understand AXI protocol.</a:t>
            </a:r>
          </a:p>
          <a:p>
            <a:pPr lvl="1"/>
            <a:r>
              <a:rPr lang="en-US" dirty="0">
                <a:latin typeface="+mn-lt"/>
                <a:cs typeface="Times New Roman" panose="02020603050405020304" pitchFamily="18" charset="0"/>
              </a:rPr>
              <a:t>Create a board design to test the custom IP via PS-PL communication.</a:t>
            </a:r>
          </a:p>
          <a:p>
            <a:pPr lvl="1"/>
            <a:r>
              <a:rPr lang="en-US" dirty="0">
                <a:latin typeface="+mn-lt"/>
                <a:ea typeface="Aptos" panose="020B0004020202020204" pitchFamily="34" charset="0"/>
                <a:cs typeface="Times New Roman" panose="02020603050405020304" pitchFamily="18" charset="0"/>
              </a:rPr>
              <a:t>Understand </a:t>
            </a:r>
            <a:r>
              <a:rPr lang="en-US" dirty="0">
                <a:effectLst/>
                <a:latin typeface="+mn-lt"/>
                <a:ea typeface="Aptos" panose="020B0004020202020204" pitchFamily="34" charset="0"/>
                <a:cs typeface="Times New Roman" panose="02020603050405020304" pitchFamily="18" charset="0"/>
              </a:rPr>
              <a:t>resource utilization reports.</a:t>
            </a:r>
          </a:p>
          <a:p>
            <a:pPr lvl="1"/>
            <a:r>
              <a:rPr lang="en-US" dirty="0">
                <a:latin typeface="+mn-lt"/>
                <a:cs typeface="Times New Roman" panose="02020603050405020304" pitchFamily="18" charset="0"/>
              </a:rPr>
              <a:t>Use PYNQ to develop a driver for the </a:t>
            </a:r>
            <a:r>
              <a:rPr lang="en-US">
                <a:latin typeface="+mn-lt"/>
                <a:cs typeface="Times New Roman" panose="02020603050405020304" pitchFamily="18" charset="0"/>
              </a:rPr>
              <a:t>custom IP.</a:t>
            </a:r>
            <a:endParaRPr lang="en-US" dirty="0">
              <a:latin typeface="+mn-lt"/>
              <a:cs typeface="Times New Roman" panose="02020603050405020304" pitchFamily="18" charset="0"/>
            </a:endParaRPr>
          </a:p>
          <a:p>
            <a:pPr>
              <a:buClr>
                <a:srgbClr val="C5050C"/>
              </a:buClr>
            </a:pPr>
            <a:r>
              <a:rPr lang="en-US" dirty="0">
                <a:solidFill>
                  <a:srgbClr val="202020"/>
                </a:solidFill>
                <a:latin typeface="+mn-lt"/>
                <a:cs typeface="Times New Roman" panose="02020603050405020304" pitchFamily="18" charset="0"/>
              </a:rPr>
              <a:t>The lab is structured into two parts:</a:t>
            </a:r>
          </a:p>
          <a:p>
            <a:pPr lvl="1"/>
            <a:r>
              <a:rPr lang="en-US" b="1" dirty="0">
                <a:solidFill>
                  <a:srgbClr val="202020"/>
                </a:solidFill>
                <a:latin typeface="+mn-lt"/>
                <a:cs typeface="Times New Roman" panose="02020603050405020304" pitchFamily="18" charset="0"/>
              </a:rPr>
              <a:t>Part 1</a:t>
            </a:r>
            <a:r>
              <a:rPr lang="en-US" dirty="0">
                <a:solidFill>
                  <a:srgbClr val="202020"/>
                </a:solidFill>
                <a:latin typeface="+mn-lt"/>
                <a:cs typeface="Times New Roman" panose="02020603050405020304" pitchFamily="18" charset="0"/>
              </a:rPr>
              <a:t>: Design and test a custom AXI IP design in Verilog/System Verilog</a:t>
            </a:r>
          </a:p>
          <a:p>
            <a:pPr lvl="1"/>
            <a:r>
              <a:rPr lang="en-US" b="1" dirty="0">
                <a:solidFill>
                  <a:srgbClr val="202020"/>
                </a:solidFill>
                <a:latin typeface="+mn-lt"/>
                <a:cs typeface="Times New Roman" panose="02020603050405020304" pitchFamily="18" charset="0"/>
              </a:rPr>
              <a:t>Part 2</a:t>
            </a:r>
            <a:r>
              <a:rPr lang="en-US" dirty="0">
                <a:solidFill>
                  <a:srgbClr val="202020"/>
                </a:solidFill>
                <a:latin typeface="+mn-lt"/>
                <a:cs typeface="Times New Roman" panose="02020603050405020304" pitchFamily="18" charset="0"/>
              </a:rPr>
              <a:t>: Use PYNQ to do software development for PS-PL communication</a:t>
            </a:r>
            <a:endParaRPr lang="en-US" sz="1800" dirty="0">
              <a:solidFill>
                <a:srgbClr val="202020"/>
              </a:solidFill>
              <a:latin typeface="+mn-lt"/>
              <a:cs typeface="Times New Roman" panose="02020603050405020304" pitchFamily="18" charset="0"/>
            </a:endParaRPr>
          </a:p>
        </p:txBody>
      </p:sp>
    </p:spTree>
    <p:extLst>
      <p:ext uri="{BB962C8B-B14F-4D97-AF65-F5344CB8AC3E}">
        <p14:creationId xmlns:p14="http://schemas.microsoft.com/office/powerpoint/2010/main" val="40140180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D913B-5A87-401A-29D3-4C17FA7666C3}"/>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4D9D1CF-6861-32C9-3C30-34D28AD7F124}"/>
              </a:ext>
            </a:extLst>
          </p:cNvPr>
          <p:cNvSpPr>
            <a:spLocks noGrp="1"/>
          </p:cNvSpPr>
          <p:nvPr>
            <p:ph sz="quarter" idx="13"/>
          </p:nvPr>
        </p:nvSpPr>
        <p:spPr>
          <a:xfrm>
            <a:off x="495300" y="1840447"/>
            <a:ext cx="11145012" cy="4446053"/>
          </a:xfrm>
        </p:spPr>
        <p:txBody>
          <a:bodyPr vert="horz" lIns="0" tIns="45720" rIns="91440" bIns="45720" rtlCol="0">
            <a:normAutofit/>
          </a:bodyPr>
          <a:lstStyle/>
          <a:p>
            <a:r>
              <a:rPr lang="en-US" sz="2400" dirty="0">
                <a:latin typeface="+mn-lt"/>
                <a:cs typeface="Times New Roman" panose="02020603050405020304" pitchFamily="18" charset="0"/>
              </a:rPr>
              <a:t>Follow the instructions from Minilab0 to create a new main project in </a:t>
            </a:r>
            <a:r>
              <a:rPr lang="en-US" sz="2400" dirty="0" err="1">
                <a:latin typeface="+mn-lt"/>
                <a:cs typeface="Times New Roman" panose="02020603050405020304" pitchFamily="18" charset="0"/>
              </a:rPr>
              <a:t>Vivado</a:t>
            </a:r>
            <a:r>
              <a:rPr lang="en-US" sz="2400" dirty="0">
                <a:latin typeface="+mn-lt"/>
                <a:cs typeface="Times New Roman" panose="02020603050405020304" pitchFamily="18" charset="0"/>
              </a:rPr>
              <a:t>. </a:t>
            </a:r>
          </a:p>
          <a:p>
            <a:r>
              <a:rPr lang="en-US" sz="2400" dirty="0">
                <a:latin typeface="+mn-lt"/>
                <a:cs typeface="Times New Roman" panose="02020603050405020304" pitchFamily="18" charset="0"/>
              </a:rPr>
              <a:t>Name the project “</a:t>
            </a:r>
            <a:r>
              <a:rPr lang="en-US" sz="2400" b="1" dirty="0">
                <a:latin typeface="+mn-lt"/>
                <a:cs typeface="Times New Roman" panose="02020603050405020304" pitchFamily="18" charset="0"/>
              </a:rPr>
              <a:t>minilab1</a:t>
            </a:r>
            <a:r>
              <a:rPr lang="en-US" sz="2400" dirty="0">
                <a:latin typeface="+mn-lt"/>
                <a:cs typeface="Times New Roman" panose="02020603050405020304" pitchFamily="18" charset="0"/>
              </a:rPr>
              <a:t>”.</a:t>
            </a:r>
          </a:p>
          <a:p>
            <a:r>
              <a:rPr lang="en-US" sz="2400" dirty="0">
                <a:latin typeface="+mn-lt"/>
                <a:cs typeface="Times New Roman" panose="02020603050405020304" pitchFamily="18" charset="0"/>
              </a:rPr>
              <a:t>Go to </a:t>
            </a:r>
            <a:r>
              <a:rPr lang="en-US" sz="2400" b="1" dirty="0">
                <a:latin typeface="+mn-lt"/>
                <a:cs typeface="Times New Roman" panose="02020603050405020304" pitchFamily="18" charset="0"/>
              </a:rPr>
              <a:t>Tools-&gt;Create and Package New IP</a:t>
            </a:r>
          </a:p>
          <a:p>
            <a:r>
              <a:rPr lang="en-US" sz="2400" dirty="0">
                <a:latin typeface="+mn-lt"/>
                <a:cs typeface="Times New Roman" panose="02020603050405020304" pitchFamily="18" charset="0"/>
              </a:rPr>
              <a:t>Select “</a:t>
            </a:r>
            <a:r>
              <a:rPr lang="en-US" sz="2400" b="1" dirty="0">
                <a:latin typeface="+mn-lt"/>
                <a:cs typeface="Times New Roman" panose="02020603050405020304" pitchFamily="18" charset="0"/>
              </a:rPr>
              <a:t>Create a new AXI4 Peripheral</a:t>
            </a:r>
            <a:r>
              <a:rPr lang="en-US" sz="2400" dirty="0">
                <a:latin typeface="+mn-lt"/>
                <a:cs typeface="Times New Roman" panose="02020603050405020304" pitchFamily="18" charset="0"/>
              </a:rPr>
              <a:t>”</a:t>
            </a:r>
          </a:p>
          <a:p>
            <a:r>
              <a:rPr lang="en-US" sz="2400" dirty="0">
                <a:latin typeface="+mn-lt"/>
                <a:cs typeface="Times New Roman" panose="02020603050405020304" pitchFamily="18" charset="0"/>
              </a:rPr>
              <a:t>Name the IP as “</a:t>
            </a:r>
            <a:r>
              <a:rPr lang="en-US" sz="2400" b="1" dirty="0">
                <a:latin typeface="+mn-lt"/>
                <a:cs typeface="Times New Roman" panose="02020603050405020304" pitchFamily="18" charset="0"/>
              </a:rPr>
              <a:t>minilab1_ip</a:t>
            </a:r>
            <a:r>
              <a:rPr lang="en-US" sz="2400" dirty="0">
                <a:latin typeface="+mn-lt"/>
                <a:cs typeface="Times New Roman" panose="02020603050405020304" pitchFamily="18" charset="0"/>
              </a:rPr>
              <a:t>”, add description as “</a:t>
            </a:r>
            <a:r>
              <a:rPr lang="en-US" sz="2400" b="1" dirty="0">
                <a:latin typeface="+mn-lt"/>
                <a:cs typeface="Times New Roman" panose="02020603050405020304" pitchFamily="18" charset="0"/>
              </a:rPr>
              <a:t>Minilab1 AXI IP</a:t>
            </a:r>
            <a:r>
              <a:rPr lang="en-US" sz="2400" dirty="0">
                <a:latin typeface="+mn-lt"/>
                <a:cs typeface="Times New Roman" panose="02020603050405020304" pitchFamily="18" charset="0"/>
              </a:rPr>
              <a:t>”, choose IP location according to your preference.</a:t>
            </a:r>
          </a:p>
        </p:txBody>
      </p:sp>
      <p:sp>
        <p:nvSpPr>
          <p:cNvPr id="2" name="Title 1">
            <a:extLst>
              <a:ext uri="{FF2B5EF4-FFF2-40B4-BE49-F238E27FC236}">
                <a16:creationId xmlns:a16="http://schemas.microsoft.com/office/drawing/2014/main" id="{3398B1AD-EE89-748B-7AB1-8F369E8D7662}"/>
              </a:ext>
            </a:extLst>
          </p:cNvPr>
          <p:cNvSpPr>
            <a:spLocks noGrp="1"/>
          </p:cNvSpPr>
          <p:nvPr>
            <p:ph type="title"/>
          </p:nvPr>
        </p:nvSpPr>
        <p:spPr>
          <a:xfrm>
            <a:off x="495300" y="457200"/>
            <a:ext cx="10668000" cy="1066800"/>
          </a:xfrm>
        </p:spPr>
        <p:txBody>
          <a:bodyPr anchor="b">
            <a:normAutofit/>
          </a:bodyPr>
          <a:lstStyle/>
          <a:p>
            <a:r>
              <a:rPr lang="en-US" dirty="0">
                <a:latin typeface="+mn-lt"/>
              </a:rPr>
              <a:t>Create a project</a:t>
            </a:r>
          </a:p>
        </p:txBody>
      </p:sp>
      <p:sp>
        <p:nvSpPr>
          <p:cNvPr id="7" name="Footer Placeholder 4">
            <a:extLst>
              <a:ext uri="{FF2B5EF4-FFF2-40B4-BE49-F238E27FC236}">
                <a16:creationId xmlns:a16="http://schemas.microsoft.com/office/drawing/2014/main" id="{BD40C58C-2CD0-990B-58AE-B385D1092BFA}"/>
              </a:ext>
            </a:extLst>
          </p:cNvPr>
          <p:cNvSpPr>
            <a:spLocks noGrp="1"/>
          </p:cNvSpPr>
          <p:nvPr>
            <p:ph type="ftr" sz="quarter" idx="11"/>
          </p:nvPr>
        </p:nvSpPr>
        <p:spPr>
          <a:xfrm>
            <a:off x="0" y="6505057"/>
            <a:ext cx="4686300" cy="344710"/>
          </a:xfrm>
        </p:spPr>
        <p:txBody>
          <a:bodyPr/>
          <a:lstStyle/>
          <a:p>
            <a:r>
              <a:rPr lang="en-US" dirty="0">
                <a:latin typeface="+mn-lt"/>
              </a:rPr>
              <a:t>Department of Electrical and Computer Engineering</a:t>
            </a:r>
          </a:p>
        </p:txBody>
      </p:sp>
    </p:spTree>
    <p:extLst>
      <p:ext uri="{BB962C8B-B14F-4D97-AF65-F5344CB8AC3E}">
        <p14:creationId xmlns:p14="http://schemas.microsoft.com/office/powerpoint/2010/main" val="16835448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EA4DE-EFDF-B956-E96A-B8623ADC7BF3}"/>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499C8F1-F595-20C1-51C7-3489C36F9C7B}"/>
              </a:ext>
            </a:extLst>
          </p:cNvPr>
          <p:cNvSpPr>
            <a:spLocks noGrp="1"/>
          </p:cNvSpPr>
          <p:nvPr>
            <p:ph sz="quarter" idx="13"/>
          </p:nvPr>
        </p:nvSpPr>
        <p:spPr>
          <a:xfrm>
            <a:off x="495299" y="1840447"/>
            <a:ext cx="5722621" cy="4446053"/>
          </a:xfrm>
        </p:spPr>
        <p:txBody>
          <a:bodyPr vert="horz" lIns="0" tIns="45720" rIns="91440" bIns="45720" rtlCol="0">
            <a:normAutofit fontScale="92500" lnSpcReduction="20000"/>
          </a:bodyPr>
          <a:lstStyle/>
          <a:p>
            <a:r>
              <a:rPr lang="en-US" dirty="0">
                <a:latin typeface="+mn-lt"/>
                <a:cs typeface="Times New Roman" panose="02020603050405020304" pitchFamily="18" charset="0"/>
              </a:rPr>
              <a:t>Choose the default settings as shown. Click </a:t>
            </a:r>
            <a:r>
              <a:rPr lang="en-US" b="1" dirty="0">
                <a:latin typeface="+mn-lt"/>
                <a:cs typeface="Times New Roman" panose="02020603050405020304" pitchFamily="18" charset="0"/>
              </a:rPr>
              <a:t>Next</a:t>
            </a:r>
            <a:r>
              <a:rPr lang="en-US" dirty="0">
                <a:latin typeface="+mn-lt"/>
                <a:cs typeface="Times New Roman" panose="02020603050405020304" pitchFamily="18" charset="0"/>
              </a:rPr>
              <a:t>.</a:t>
            </a:r>
          </a:p>
          <a:p>
            <a:r>
              <a:rPr lang="en-US" dirty="0">
                <a:latin typeface="+mn-lt"/>
                <a:cs typeface="Times New Roman" panose="02020603050405020304" pitchFamily="18" charset="0"/>
              </a:rPr>
              <a:t>This will create an “</a:t>
            </a:r>
            <a:r>
              <a:rPr lang="en-US" b="1" dirty="0">
                <a:latin typeface="+mn-lt"/>
                <a:cs typeface="Times New Roman" panose="02020603050405020304" pitchFamily="18" charset="0"/>
              </a:rPr>
              <a:t>AXI-Lite Slave IP”</a:t>
            </a:r>
            <a:r>
              <a:rPr lang="en-US" dirty="0">
                <a:latin typeface="+mn-lt"/>
                <a:cs typeface="Times New Roman" panose="02020603050405020304" pitchFamily="18" charset="0"/>
              </a:rPr>
              <a:t>.</a:t>
            </a:r>
          </a:p>
          <a:p>
            <a:r>
              <a:rPr lang="en-US" dirty="0">
                <a:latin typeface="+mn-lt"/>
                <a:cs typeface="Times New Roman" panose="02020603050405020304" pitchFamily="18" charset="0"/>
              </a:rPr>
              <a:t>A slave IP can only respond to incoming requests but cannot send outgoing requests.</a:t>
            </a:r>
          </a:p>
          <a:p>
            <a:r>
              <a:rPr lang="en-US" dirty="0">
                <a:latin typeface="+mn-lt"/>
                <a:cs typeface="Times New Roman" panose="02020603050405020304" pitchFamily="18" charset="0"/>
              </a:rPr>
              <a:t>Here is a link to a simple explanation of AXI: </a:t>
            </a:r>
            <a:r>
              <a:rPr lang="en-US" dirty="0">
                <a:latin typeface="+mn-lt"/>
                <a:hlinkClick r:id="rId2"/>
              </a:rPr>
              <a:t>AXI Basics 1 - Introduction to AXI</a:t>
            </a:r>
            <a:endParaRPr lang="en-US" dirty="0">
              <a:latin typeface="+mn-lt"/>
            </a:endParaRPr>
          </a:p>
          <a:p>
            <a:r>
              <a:rPr lang="en-US" dirty="0">
                <a:latin typeface="+mn-lt"/>
                <a:cs typeface="Times New Roman" panose="02020603050405020304" pitchFamily="18" charset="0"/>
              </a:rPr>
              <a:t>Select “</a:t>
            </a:r>
            <a:r>
              <a:rPr lang="en-US" b="1" dirty="0">
                <a:latin typeface="+mn-lt"/>
                <a:cs typeface="Times New Roman" panose="02020603050405020304" pitchFamily="18" charset="0"/>
              </a:rPr>
              <a:t>Edit IP</a:t>
            </a:r>
            <a:r>
              <a:rPr lang="en-US" dirty="0">
                <a:latin typeface="+mn-lt"/>
                <a:cs typeface="Times New Roman" panose="02020603050405020304" pitchFamily="18" charset="0"/>
              </a:rPr>
              <a:t>” and click </a:t>
            </a:r>
            <a:r>
              <a:rPr lang="en-US" b="1" dirty="0">
                <a:latin typeface="+mn-lt"/>
                <a:cs typeface="Times New Roman" panose="02020603050405020304" pitchFamily="18" charset="0"/>
              </a:rPr>
              <a:t>Finish</a:t>
            </a:r>
            <a:r>
              <a:rPr lang="en-US" dirty="0">
                <a:latin typeface="+mn-lt"/>
                <a:cs typeface="Times New Roman" panose="02020603050405020304" pitchFamily="18" charset="0"/>
              </a:rPr>
              <a:t>.</a:t>
            </a:r>
          </a:p>
          <a:p>
            <a:r>
              <a:rPr lang="en-US" dirty="0">
                <a:latin typeface="+mn-lt"/>
                <a:cs typeface="Times New Roman" panose="02020603050405020304" pitchFamily="18" charset="0"/>
              </a:rPr>
              <a:t>This will create two files, one for the top-level module and the other for the MMIO module based on the AXI-Lite Slave protocol.</a:t>
            </a:r>
          </a:p>
        </p:txBody>
      </p:sp>
      <p:sp>
        <p:nvSpPr>
          <p:cNvPr id="2" name="Title 1">
            <a:extLst>
              <a:ext uri="{FF2B5EF4-FFF2-40B4-BE49-F238E27FC236}">
                <a16:creationId xmlns:a16="http://schemas.microsoft.com/office/drawing/2014/main" id="{EC8DFA34-6576-C1B1-6BE6-9804FBEF6FE9}"/>
              </a:ext>
            </a:extLst>
          </p:cNvPr>
          <p:cNvSpPr>
            <a:spLocks noGrp="1"/>
          </p:cNvSpPr>
          <p:nvPr>
            <p:ph type="title"/>
          </p:nvPr>
        </p:nvSpPr>
        <p:spPr>
          <a:xfrm>
            <a:off x="495300" y="457200"/>
            <a:ext cx="10668000" cy="1066800"/>
          </a:xfrm>
        </p:spPr>
        <p:txBody>
          <a:bodyPr anchor="b">
            <a:normAutofit/>
          </a:bodyPr>
          <a:lstStyle/>
          <a:p>
            <a:r>
              <a:rPr lang="en-US" dirty="0">
                <a:latin typeface="+mn-lt"/>
              </a:rPr>
              <a:t>Create an IP project</a:t>
            </a:r>
          </a:p>
        </p:txBody>
      </p:sp>
      <p:sp>
        <p:nvSpPr>
          <p:cNvPr id="10" name="Footer Placeholder 4">
            <a:extLst>
              <a:ext uri="{FF2B5EF4-FFF2-40B4-BE49-F238E27FC236}">
                <a16:creationId xmlns:a16="http://schemas.microsoft.com/office/drawing/2014/main" id="{E1392047-2BFB-B758-0CE2-BF2BACB48901}"/>
              </a:ext>
            </a:extLst>
          </p:cNvPr>
          <p:cNvSpPr>
            <a:spLocks noGrp="1"/>
          </p:cNvSpPr>
          <p:nvPr>
            <p:ph type="ftr" sz="quarter" idx="11"/>
          </p:nvPr>
        </p:nvSpPr>
        <p:spPr>
          <a:xfrm>
            <a:off x="0" y="6505057"/>
            <a:ext cx="4686300" cy="344710"/>
          </a:xfrm>
        </p:spPr>
        <p:txBody>
          <a:bodyPr/>
          <a:lstStyle/>
          <a:p>
            <a:r>
              <a:rPr lang="en-US" dirty="0">
                <a:latin typeface="+mn-lt"/>
              </a:rPr>
              <a:t>Department of Electrical and Computer Engineering</a:t>
            </a:r>
          </a:p>
        </p:txBody>
      </p:sp>
      <p:pic>
        <p:nvPicPr>
          <p:cNvPr id="4" name="Picture 3">
            <a:extLst>
              <a:ext uri="{FF2B5EF4-FFF2-40B4-BE49-F238E27FC236}">
                <a16:creationId xmlns:a16="http://schemas.microsoft.com/office/drawing/2014/main" id="{1A34B6CF-5F4E-2EEE-18E1-3D61D1083F31}"/>
              </a:ext>
            </a:extLst>
          </p:cNvPr>
          <p:cNvPicPr>
            <a:picLocks noChangeAspect="1"/>
          </p:cNvPicPr>
          <p:nvPr/>
        </p:nvPicPr>
        <p:blipFill>
          <a:blip r:embed="rId3"/>
          <a:stretch>
            <a:fillRect/>
          </a:stretch>
        </p:blipFill>
        <p:spPr>
          <a:xfrm>
            <a:off x="6307840" y="1840446"/>
            <a:ext cx="5450846" cy="4446052"/>
          </a:xfrm>
          <a:prstGeom prst="rect">
            <a:avLst/>
          </a:prstGeom>
        </p:spPr>
      </p:pic>
    </p:spTree>
    <p:extLst>
      <p:ext uri="{BB962C8B-B14F-4D97-AF65-F5344CB8AC3E}">
        <p14:creationId xmlns:p14="http://schemas.microsoft.com/office/powerpoint/2010/main" val="2895354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117C3-2F01-999A-045B-92B2437AC2D1}"/>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97B3002-AC46-9384-3BC0-91EBD564C685}"/>
              </a:ext>
            </a:extLst>
          </p:cNvPr>
          <p:cNvSpPr>
            <a:spLocks noGrp="1"/>
          </p:cNvSpPr>
          <p:nvPr>
            <p:ph type="ftr" sz="quarter" idx="11"/>
          </p:nvPr>
        </p:nvSpPr>
        <p:spPr>
          <a:xfrm>
            <a:off x="0" y="6505057"/>
            <a:ext cx="1060586" cy="344710"/>
          </a:xfrm>
        </p:spPr>
        <p:txBody>
          <a:bodyPr wrap="square" anchor="ctr">
            <a:normAutofit/>
          </a:bodyPr>
          <a:lstStyle/>
          <a:p>
            <a:pPr>
              <a:lnSpc>
                <a:spcPct val="90000"/>
              </a:lnSpc>
              <a:spcAft>
                <a:spcPts val="600"/>
              </a:spcAft>
            </a:pPr>
            <a:r>
              <a:rPr lang="en-US" sz="500">
                <a:latin typeface="+mn-lt"/>
              </a:rPr>
              <a:t>Department of Electrical and Computer Engineering</a:t>
            </a:r>
          </a:p>
        </p:txBody>
      </p:sp>
      <p:sp>
        <p:nvSpPr>
          <p:cNvPr id="6" name="Content Placeholder 5">
            <a:extLst>
              <a:ext uri="{FF2B5EF4-FFF2-40B4-BE49-F238E27FC236}">
                <a16:creationId xmlns:a16="http://schemas.microsoft.com/office/drawing/2014/main" id="{93253477-4F37-B9DB-09B0-9B0A09069772}"/>
              </a:ext>
            </a:extLst>
          </p:cNvPr>
          <p:cNvSpPr>
            <a:spLocks noGrp="1"/>
          </p:cNvSpPr>
          <p:nvPr>
            <p:ph sz="quarter" idx="13"/>
          </p:nvPr>
        </p:nvSpPr>
        <p:spPr>
          <a:xfrm>
            <a:off x="495300" y="1840447"/>
            <a:ext cx="10668000" cy="4446053"/>
          </a:xfrm>
        </p:spPr>
        <p:txBody>
          <a:bodyPr vert="horz" lIns="0" tIns="45720" rIns="91440" bIns="45720" rtlCol="0">
            <a:normAutofit/>
          </a:bodyPr>
          <a:lstStyle/>
          <a:p>
            <a:r>
              <a:rPr lang="en-US" sz="2200" dirty="0">
                <a:latin typeface="+mn-lt"/>
              </a:rPr>
              <a:t>Add a Block RAM IP by using the “</a:t>
            </a:r>
            <a:r>
              <a:rPr lang="en-US" sz="2200" b="1" dirty="0">
                <a:latin typeface="+mn-lt"/>
              </a:rPr>
              <a:t>Block Memory Generator”</a:t>
            </a:r>
            <a:r>
              <a:rPr lang="en-US" sz="2200" dirty="0">
                <a:latin typeface="+mn-lt"/>
              </a:rPr>
              <a:t> from </a:t>
            </a:r>
            <a:r>
              <a:rPr lang="en-US" sz="2200" b="1" dirty="0">
                <a:latin typeface="+mn-lt"/>
              </a:rPr>
              <a:t>Window-&gt;IP Catalog </a:t>
            </a:r>
            <a:r>
              <a:rPr lang="en-US" sz="2200" dirty="0">
                <a:latin typeface="+mn-lt"/>
              </a:rPr>
              <a:t>(various shortcuts including that for IP Catalog are present under the </a:t>
            </a:r>
            <a:r>
              <a:rPr lang="en-US" sz="2200" b="1" dirty="0">
                <a:latin typeface="+mn-lt"/>
              </a:rPr>
              <a:t>Flow Navigator</a:t>
            </a:r>
            <a:r>
              <a:rPr lang="en-US" sz="2200" dirty="0">
                <a:latin typeface="+mn-lt"/>
              </a:rPr>
              <a:t> window)</a:t>
            </a:r>
          </a:p>
          <a:p>
            <a:r>
              <a:rPr lang="en-US" sz="2200" dirty="0">
                <a:latin typeface="+mn-lt"/>
              </a:rPr>
              <a:t>Generate a single-port ROM. The image size is 1024x600. Select </a:t>
            </a:r>
            <a:r>
              <a:rPr lang="en-US" sz="2200" b="1" dirty="0">
                <a:latin typeface="+mn-lt"/>
              </a:rPr>
              <a:t>Native</a:t>
            </a:r>
            <a:r>
              <a:rPr lang="en-US" sz="2200" dirty="0">
                <a:latin typeface="+mn-lt"/>
              </a:rPr>
              <a:t> interface type. Set the port width to </a:t>
            </a:r>
            <a:r>
              <a:rPr lang="en-US" sz="2200" b="1" dirty="0">
                <a:latin typeface="+mn-lt"/>
              </a:rPr>
              <a:t>8 bits</a:t>
            </a:r>
            <a:r>
              <a:rPr lang="en-US" sz="2200" dirty="0">
                <a:latin typeface="+mn-lt"/>
              </a:rPr>
              <a:t>. Use an enable input port. The data should appear a cycle after the enable is HIGH based on the address.</a:t>
            </a:r>
          </a:p>
          <a:p>
            <a:r>
              <a:rPr lang="en-US" sz="2200" dirty="0">
                <a:latin typeface="+mn-lt"/>
              </a:rPr>
              <a:t>A COE file with an image encoded in RGB332 format (8-bit pixels) is provided. Use it to initialize the ROM.</a:t>
            </a:r>
          </a:p>
          <a:p>
            <a:r>
              <a:rPr lang="en-US" sz="2200" dirty="0">
                <a:latin typeface="+mn-lt"/>
              </a:rPr>
              <a:t>For details about the configuration of block RAM, consult the product guide, accessible by clicking on the “</a:t>
            </a:r>
            <a:r>
              <a:rPr lang="en-US" sz="2200" b="1" dirty="0">
                <a:latin typeface="+mn-lt"/>
              </a:rPr>
              <a:t>Documentation</a:t>
            </a:r>
            <a:r>
              <a:rPr lang="en-US" sz="2200" dirty="0">
                <a:latin typeface="+mn-lt"/>
              </a:rPr>
              <a:t>” button on the upper left corner of the IP window.</a:t>
            </a:r>
          </a:p>
          <a:p>
            <a:r>
              <a:rPr lang="en-US" sz="2200" dirty="0">
                <a:latin typeface="+mn-lt"/>
              </a:rPr>
              <a:t>When done configuring, click </a:t>
            </a:r>
            <a:r>
              <a:rPr lang="en-US" sz="2200" b="1" dirty="0">
                <a:latin typeface="+mn-lt"/>
              </a:rPr>
              <a:t>OK</a:t>
            </a:r>
            <a:r>
              <a:rPr lang="en-US" sz="2200" dirty="0">
                <a:latin typeface="+mn-lt"/>
              </a:rPr>
              <a:t>. This will generate all files related to the IP.</a:t>
            </a:r>
          </a:p>
        </p:txBody>
      </p:sp>
      <p:sp>
        <p:nvSpPr>
          <p:cNvPr id="2" name="Title 1">
            <a:extLst>
              <a:ext uri="{FF2B5EF4-FFF2-40B4-BE49-F238E27FC236}">
                <a16:creationId xmlns:a16="http://schemas.microsoft.com/office/drawing/2014/main" id="{0C6F3878-974A-6945-DA80-B60820023D83}"/>
              </a:ext>
            </a:extLst>
          </p:cNvPr>
          <p:cNvSpPr>
            <a:spLocks noGrp="1"/>
          </p:cNvSpPr>
          <p:nvPr>
            <p:ph type="title"/>
          </p:nvPr>
        </p:nvSpPr>
        <p:spPr>
          <a:xfrm>
            <a:off x="495300" y="457200"/>
            <a:ext cx="10668000" cy="1066800"/>
          </a:xfrm>
        </p:spPr>
        <p:txBody>
          <a:bodyPr anchor="b">
            <a:normAutofit/>
          </a:bodyPr>
          <a:lstStyle/>
          <a:p>
            <a:r>
              <a:rPr lang="en-US" dirty="0">
                <a:latin typeface="+mn-lt"/>
              </a:rPr>
              <a:t>What to Code (In the IP Project)</a:t>
            </a:r>
          </a:p>
        </p:txBody>
      </p:sp>
      <p:sp>
        <p:nvSpPr>
          <p:cNvPr id="7" name="Footer Placeholder 4">
            <a:extLst>
              <a:ext uri="{FF2B5EF4-FFF2-40B4-BE49-F238E27FC236}">
                <a16:creationId xmlns:a16="http://schemas.microsoft.com/office/drawing/2014/main" id="{D364489C-32A6-2BC3-0881-8EA0177E9EDD}"/>
              </a:ext>
            </a:extLst>
          </p:cNvPr>
          <p:cNvSpPr txBox="1">
            <a:spLocks/>
          </p:cNvSpPr>
          <p:nvPr/>
        </p:nvSpPr>
        <p:spPr>
          <a:xfrm>
            <a:off x="0" y="6505057"/>
            <a:ext cx="4686300" cy="344710"/>
          </a:xfrm>
          <a:prstGeom prst="rect">
            <a:avLst/>
          </a:prstGeom>
          <a:solidFill>
            <a:schemeClr val="accent1"/>
          </a:solidFill>
          <a:ln>
            <a:noFill/>
          </a:ln>
        </p:spPr>
        <p:txBody>
          <a:bodyPr vert="horz" wrap="square" lIns="91440" tIns="64008" rIns="91440" bIns="64008" rtlCol="0" anchor="ctr">
            <a:spAutoFit/>
          </a:bodyPr>
          <a:lstStyle>
            <a:defPPr>
              <a:defRPr lang="en-US"/>
            </a:defPPr>
            <a:lvl1pPr marL="0" algn="ctr" defTabSz="457200" rtl="0" eaLnBrk="1" latinLnBrk="0" hangingPunct="1">
              <a:defRPr sz="1400" b="0" i="0" kern="1200">
                <a:solidFill>
                  <a:schemeClr val="bg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atin typeface="+mn-lt"/>
              </a:rPr>
              <a:t>Department of Electrical and Computer Engineering</a:t>
            </a:r>
          </a:p>
        </p:txBody>
      </p:sp>
    </p:spTree>
    <p:extLst>
      <p:ext uri="{BB962C8B-B14F-4D97-AF65-F5344CB8AC3E}">
        <p14:creationId xmlns:p14="http://schemas.microsoft.com/office/powerpoint/2010/main" val="34544872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73F65-EBA8-DF96-8CF2-F5F9C7BB68C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3127B18C-4708-BE83-4D10-C988EE5BC142}"/>
              </a:ext>
            </a:extLst>
          </p:cNvPr>
          <p:cNvSpPr>
            <a:spLocks noGrp="1"/>
          </p:cNvSpPr>
          <p:nvPr>
            <p:ph type="ftr" sz="quarter" idx="11"/>
          </p:nvPr>
        </p:nvSpPr>
        <p:spPr>
          <a:xfrm>
            <a:off x="0" y="6505057"/>
            <a:ext cx="1060586" cy="344710"/>
          </a:xfrm>
        </p:spPr>
        <p:txBody>
          <a:bodyPr vert="horz" wrap="square" lIns="91440" tIns="64008" rIns="91440" bIns="64008" rtlCol="0" anchor="ctr">
            <a:normAutofit/>
          </a:bodyPr>
          <a:lstStyle/>
          <a:p>
            <a:pPr>
              <a:lnSpc>
                <a:spcPct val="90000"/>
              </a:lnSpc>
              <a:spcAft>
                <a:spcPts val="600"/>
              </a:spcAft>
            </a:pPr>
            <a:r>
              <a:rPr lang="en-US" sz="500" b="0" i="0" kern="1200">
                <a:latin typeface="+mn-lt"/>
                <a:ea typeface="+mn-ea"/>
                <a:cs typeface="Arial" panose="020B0604020202020204" pitchFamily="34" charset="0"/>
              </a:rPr>
              <a:t>Department of Electrical and Computer Engineering</a:t>
            </a:r>
          </a:p>
        </p:txBody>
      </p:sp>
      <p:sp>
        <p:nvSpPr>
          <p:cNvPr id="6" name="Content Placeholder 5">
            <a:extLst>
              <a:ext uri="{FF2B5EF4-FFF2-40B4-BE49-F238E27FC236}">
                <a16:creationId xmlns:a16="http://schemas.microsoft.com/office/drawing/2014/main" id="{51C827EB-7C51-DD75-B760-01D0BAAC8FC8}"/>
              </a:ext>
            </a:extLst>
          </p:cNvPr>
          <p:cNvSpPr>
            <a:spLocks noGrp="1"/>
          </p:cNvSpPr>
          <p:nvPr>
            <p:ph sz="quarter" idx="13"/>
          </p:nvPr>
        </p:nvSpPr>
        <p:spPr>
          <a:xfrm>
            <a:off x="495300" y="1840447"/>
            <a:ext cx="10943844" cy="3655097"/>
          </a:xfrm>
        </p:spPr>
        <p:txBody>
          <a:bodyPr vert="horz" lIns="0" tIns="45720" rIns="91440" bIns="45720" rtlCol="0">
            <a:normAutofit/>
          </a:bodyPr>
          <a:lstStyle/>
          <a:p>
            <a:r>
              <a:rPr lang="en-US" sz="2000" dirty="0">
                <a:latin typeface="+mn-lt"/>
              </a:rPr>
              <a:t>Like Minilab0, design a Verilog module “</a:t>
            </a:r>
            <a:r>
              <a:rPr lang="en-US" sz="2000" b="1" dirty="0" err="1">
                <a:latin typeface="+mn-lt"/>
              </a:rPr>
              <a:t>bram_ctrl</a:t>
            </a:r>
            <a:r>
              <a:rPr lang="en-US" sz="2000" dirty="0">
                <a:latin typeface="+mn-lt"/>
              </a:rPr>
              <a:t>” to read data from the BRAM IP.</a:t>
            </a:r>
          </a:p>
          <a:p>
            <a:r>
              <a:rPr lang="en-US" sz="2000" dirty="0">
                <a:latin typeface="+mn-lt"/>
              </a:rPr>
              <a:t>To use the IP in your code, get the IP instantiation template from the </a:t>
            </a:r>
            <a:r>
              <a:rPr lang="en-US" sz="2000" b="1" dirty="0">
                <a:latin typeface="+mn-lt"/>
              </a:rPr>
              <a:t>.</a:t>
            </a:r>
            <a:r>
              <a:rPr lang="en-US" sz="2000" b="1" dirty="0" err="1">
                <a:latin typeface="+mn-lt"/>
              </a:rPr>
              <a:t>veo</a:t>
            </a:r>
            <a:r>
              <a:rPr lang="en-US" sz="2000" dirty="0">
                <a:latin typeface="+mn-lt"/>
              </a:rPr>
              <a:t> file under “</a:t>
            </a:r>
            <a:r>
              <a:rPr lang="en-US" sz="2000" b="1" dirty="0">
                <a:latin typeface="+mn-lt"/>
              </a:rPr>
              <a:t>IP Sources”</a:t>
            </a:r>
            <a:r>
              <a:rPr lang="en-US" sz="2000" dirty="0">
                <a:latin typeface="+mn-lt"/>
              </a:rPr>
              <a:t> tab underneath the </a:t>
            </a:r>
            <a:r>
              <a:rPr lang="en-US" sz="2000" b="1" dirty="0">
                <a:latin typeface="+mn-lt"/>
              </a:rPr>
              <a:t>Sources</a:t>
            </a:r>
            <a:r>
              <a:rPr lang="en-US" sz="2000" dirty="0">
                <a:latin typeface="+mn-lt"/>
              </a:rPr>
              <a:t> window.</a:t>
            </a:r>
          </a:p>
          <a:p>
            <a:r>
              <a:rPr lang="en-US" sz="2000" dirty="0">
                <a:latin typeface="+mn-lt"/>
              </a:rPr>
              <a:t>Add the </a:t>
            </a:r>
            <a:r>
              <a:rPr lang="en-US" sz="2000" b="1" dirty="0" err="1">
                <a:latin typeface="+mn-lt"/>
              </a:rPr>
              <a:t>bram_ctrl</a:t>
            </a:r>
            <a:r>
              <a:rPr lang="en-US" sz="2000" dirty="0">
                <a:latin typeface="+mn-lt"/>
              </a:rPr>
              <a:t> module to the top-level and connect it to receive inputs from and send outputs to the AXI-Lite interface</a:t>
            </a:r>
          </a:p>
          <a:p>
            <a:r>
              <a:rPr lang="en-US" sz="2000" dirty="0">
                <a:latin typeface="+mn-lt"/>
              </a:rPr>
              <a:t>Write a testbench to simulate and verify the design.</a:t>
            </a:r>
          </a:p>
          <a:p>
            <a:r>
              <a:rPr lang="en-US" sz="2000" dirty="0">
                <a:latin typeface="+mn-lt"/>
              </a:rPr>
              <a:t>After the design passes verification, package the IP and close the project. The IP can be updated, if needed, later by right clicking on the IP block in the block diagram and selecting “</a:t>
            </a:r>
            <a:r>
              <a:rPr lang="en-US" sz="2000" b="1" dirty="0">
                <a:latin typeface="+mn-lt"/>
              </a:rPr>
              <a:t>Edit in IP Packager</a:t>
            </a:r>
            <a:r>
              <a:rPr lang="en-US" sz="2000" dirty="0">
                <a:latin typeface="+mn-lt"/>
              </a:rPr>
              <a:t>”.</a:t>
            </a:r>
          </a:p>
        </p:txBody>
      </p:sp>
      <p:sp>
        <p:nvSpPr>
          <p:cNvPr id="7" name="Footer Placeholder 4">
            <a:extLst>
              <a:ext uri="{FF2B5EF4-FFF2-40B4-BE49-F238E27FC236}">
                <a16:creationId xmlns:a16="http://schemas.microsoft.com/office/drawing/2014/main" id="{9BB2469B-91F6-4E12-CD13-70AC234AC2D8}"/>
              </a:ext>
            </a:extLst>
          </p:cNvPr>
          <p:cNvSpPr txBox="1">
            <a:spLocks/>
          </p:cNvSpPr>
          <p:nvPr/>
        </p:nvSpPr>
        <p:spPr>
          <a:xfrm>
            <a:off x="0" y="6498902"/>
            <a:ext cx="6345327" cy="350865"/>
          </a:xfrm>
          <a:prstGeom prst="rect">
            <a:avLst/>
          </a:prstGeom>
          <a:solidFill>
            <a:schemeClr val="accent1"/>
          </a:solidFill>
          <a:ln>
            <a:noFill/>
          </a:ln>
        </p:spPr>
        <p:txBody>
          <a:bodyPr vert="horz" wrap="none" lIns="274320" tIns="64008" rIns="91440" bIns="91440" rtlCol="0" anchor="ctr" anchorCtr="0">
            <a:normAutofit/>
          </a:bodyPr>
          <a:lstStyle>
            <a:defPPr>
              <a:defRPr lang="en-US"/>
            </a:defPPr>
            <a:lvl1pPr marL="0" algn="ctr" defTabSz="457200" rtl="0" eaLnBrk="1" latinLnBrk="0" hangingPunct="1">
              <a:defRPr sz="1400" b="0" i="0" kern="1200">
                <a:solidFill>
                  <a:schemeClr val="bg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defTabSz="914400">
              <a:lnSpc>
                <a:spcPct val="90000"/>
              </a:lnSpc>
              <a:spcBef>
                <a:spcPts val="1000"/>
              </a:spcBef>
              <a:buClr>
                <a:schemeClr val="accent1"/>
              </a:buClr>
              <a:buSzPct val="90000"/>
            </a:pPr>
            <a:r>
              <a:rPr lang="en-US" b="0" i="0" kern="1200">
                <a:latin typeface="+mn-lt"/>
                <a:ea typeface="+mn-ea"/>
                <a:cs typeface="Arial" panose="020B0604020202020204" pitchFamily="34" charset="0"/>
              </a:rPr>
              <a:t>Department of Electrical and Computer Engineering</a:t>
            </a:r>
          </a:p>
        </p:txBody>
      </p:sp>
      <p:sp>
        <p:nvSpPr>
          <p:cNvPr id="2" name="Title 1">
            <a:extLst>
              <a:ext uri="{FF2B5EF4-FFF2-40B4-BE49-F238E27FC236}">
                <a16:creationId xmlns:a16="http://schemas.microsoft.com/office/drawing/2014/main" id="{F38E5CC2-240E-5049-01FD-4E926F72BC6E}"/>
              </a:ext>
            </a:extLst>
          </p:cNvPr>
          <p:cNvSpPr>
            <a:spLocks noGrp="1"/>
          </p:cNvSpPr>
          <p:nvPr>
            <p:ph type="title"/>
          </p:nvPr>
        </p:nvSpPr>
        <p:spPr>
          <a:xfrm>
            <a:off x="495300" y="457200"/>
            <a:ext cx="10668000" cy="1066800"/>
          </a:xfrm>
        </p:spPr>
        <p:txBody>
          <a:bodyPr vert="horz" lIns="0" tIns="45720" rIns="91440" bIns="0" rtlCol="0" anchor="b" anchorCtr="0">
            <a:normAutofit/>
          </a:bodyPr>
          <a:lstStyle/>
          <a:p>
            <a:r>
              <a:rPr lang="en-US" b="1" i="0" kern="1200" dirty="0">
                <a:latin typeface="+mn-lt"/>
                <a:ea typeface="+mj-ea"/>
                <a:cs typeface="Arial" panose="020B0604020202020204" pitchFamily="34" charset="0"/>
              </a:rPr>
              <a:t>What to Code </a:t>
            </a:r>
            <a:r>
              <a:rPr lang="en-US" dirty="0">
                <a:latin typeface="+mn-lt"/>
              </a:rPr>
              <a:t>(In the IP Project)</a:t>
            </a:r>
            <a:endParaRPr lang="en-US" b="1" i="0" kern="1200" dirty="0">
              <a:latin typeface="+mn-lt"/>
              <a:ea typeface="+mj-ea"/>
              <a:cs typeface="Arial" panose="020B0604020202020204" pitchFamily="34" charset="0"/>
            </a:endParaRPr>
          </a:p>
        </p:txBody>
      </p:sp>
    </p:spTree>
    <p:extLst>
      <p:ext uri="{BB962C8B-B14F-4D97-AF65-F5344CB8AC3E}">
        <p14:creationId xmlns:p14="http://schemas.microsoft.com/office/powerpoint/2010/main" val="33836100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3EFA6-9E59-F372-DA5F-4B605BFF1E66}"/>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1CE7A1FE-B969-F92D-26D0-2E2DA368CFA5}"/>
              </a:ext>
            </a:extLst>
          </p:cNvPr>
          <p:cNvSpPr>
            <a:spLocks noGrp="1"/>
          </p:cNvSpPr>
          <p:nvPr>
            <p:ph sz="quarter" idx="13"/>
          </p:nvPr>
        </p:nvSpPr>
        <p:spPr>
          <a:xfrm>
            <a:off x="495300" y="1840447"/>
            <a:ext cx="10668000" cy="4446053"/>
          </a:xfrm>
        </p:spPr>
        <p:txBody>
          <a:bodyPr vert="horz" lIns="0" tIns="45720" rIns="91440" bIns="45720" rtlCol="0">
            <a:normAutofit/>
          </a:bodyPr>
          <a:lstStyle/>
          <a:p>
            <a:r>
              <a:rPr lang="en-US" sz="1800" dirty="0">
                <a:latin typeface="+mn-lt"/>
              </a:rPr>
              <a:t>Go to </a:t>
            </a:r>
            <a:r>
              <a:rPr lang="en-US" sz="1800" b="1" dirty="0" err="1">
                <a:latin typeface="+mn-lt"/>
              </a:rPr>
              <a:t>Flow</a:t>
            </a:r>
            <a:r>
              <a:rPr lang="en-US" sz="1800" b="1" dirty="0" err="1">
                <a:latin typeface="+mn-lt"/>
                <a:sym typeface="Wingdings" panose="05000000000000000000" pitchFamily="2" charset="2"/>
              </a:rPr>
              <a:t>Create</a:t>
            </a:r>
            <a:r>
              <a:rPr lang="en-US" sz="1800" b="1" dirty="0">
                <a:latin typeface="+mn-lt"/>
                <a:sym typeface="Wingdings" panose="05000000000000000000" pitchFamily="2" charset="2"/>
              </a:rPr>
              <a:t> Block Design. </a:t>
            </a:r>
            <a:r>
              <a:rPr lang="en-US" sz="1800" dirty="0">
                <a:latin typeface="+mn-lt"/>
                <a:sym typeface="Wingdings" panose="05000000000000000000" pitchFamily="2" charset="2"/>
              </a:rPr>
              <a:t>Name it “</a:t>
            </a:r>
            <a:r>
              <a:rPr lang="en-US" sz="1800" b="1" dirty="0">
                <a:latin typeface="+mn-lt"/>
                <a:sym typeface="Wingdings" panose="05000000000000000000" pitchFamily="2" charset="2"/>
              </a:rPr>
              <a:t>minilab1</a:t>
            </a:r>
            <a:r>
              <a:rPr lang="en-US" sz="1800" dirty="0">
                <a:latin typeface="+mn-lt"/>
                <a:sym typeface="Wingdings" panose="05000000000000000000" pitchFamily="2" charset="2"/>
              </a:rPr>
              <a:t>”.</a:t>
            </a:r>
            <a:endParaRPr lang="en-US" sz="1800" b="1" dirty="0">
              <a:latin typeface="+mn-lt"/>
              <a:sym typeface="Wingdings" panose="05000000000000000000" pitchFamily="2" charset="2"/>
            </a:endParaRPr>
          </a:p>
          <a:p>
            <a:r>
              <a:rPr lang="en-US" sz="1800" dirty="0">
                <a:latin typeface="+mn-lt"/>
                <a:sym typeface="Wingdings" panose="05000000000000000000" pitchFamily="2" charset="2"/>
              </a:rPr>
              <a:t>Click on the “</a:t>
            </a:r>
            <a:r>
              <a:rPr lang="en-US" sz="1800" b="1" dirty="0">
                <a:latin typeface="+mn-lt"/>
                <a:sym typeface="Wingdings" panose="05000000000000000000" pitchFamily="2" charset="2"/>
              </a:rPr>
              <a:t>+</a:t>
            </a:r>
            <a:r>
              <a:rPr lang="en-US" sz="1800" dirty="0">
                <a:latin typeface="+mn-lt"/>
                <a:sym typeface="Wingdings" panose="05000000000000000000" pitchFamily="2" charset="2"/>
              </a:rPr>
              <a:t>” button inside the “</a:t>
            </a:r>
            <a:r>
              <a:rPr lang="en-US" sz="1800" b="1" dirty="0">
                <a:latin typeface="+mn-lt"/>
                <a:sym typeface="Wingdings" panose="05000000000000000000" pitchFamily="2" charset="2"/>
              </a:rPr>
              <a:t>Diagram</a:t>
            </a:r>
            <a:r>
              <a:rPr lang="en-US" sz="1800" dirty="0">
                <a:latin typeface="+mn-lt"/>
                <a:sym typeface="Wingdings" panose="05000000000000000000" pitchFamily="2" charset="2"/>
              </a:rPr>
              <a:t>” window that opened.</a:t>
            </a:r>
          </a:p>
          <a:p>
            <a:r>
              <a:rPr lang="en-US" sz="1800" dirty="0">
                <a:latin typeface="+mn-lt"/>
                <a:sym typeface="Wingdings" panose="05000000000000000000" pitchFamily="2" charset="2"/>
              </a:rPr>
              <a:t>Type “</a:t>
            </a:r>
            <a:r>
              <a:rPr lang="en-US" sz="1800" b="1" dirty="0" err="1">
                <a:latin typeface="+mn-lt"/>
                <a:sym typeface="Wingdings" panose="05000000000000000000" pitchFamily="2" charset="2"/>
              </a:rPr>
              <a:t>zynq</a:t>
            </a:r>
            <a:r>
              <a:rPr lang="en-US" sz="1800" dirty="0">
                <a:latin typeface="+mn-lt"/>
                <a:sym typeface="Wingdings" panose="05000000000000000000" pitchFamily="2" charset="2"/>
              </a:rPr>
              <a:t>” in the search bar and select “</a:t>
            </a:r>
            <a:r>
              <a:rPr lang="en-US" sz="1800" b="1" dirty="0">
                <a:latin typeface="+mn-lt"/>
                <a:sym typeface="Wingdings" panose="05000000000000000000" pitchFamily="2" charset="2"/>
              </a:rPr>
              <a:t>Zynq </a:t>
            </a:r>
            <a:r>
              <a:rPr lang="en-US" sz="1800" b="1" dirty="0" err="1">
                <a:latin typeface="+mn-lt"/>
                <a:sym typeface="Wingdings" panose="05000000000000000000" pitchFamily="2" charset="2"/>
              </a:rPr>
              <a:t>UltraScale</a:t>
            </a:r>
            <a:r>
              <a:rPr lang="en-US" sz="1800" b="1" dirty="0">
                <a:latin typeface="+mn-lt"/>
                <a:sym typeface="Wingdings" panose="05000000000000000000" pitchFamily="2" charset="2"/>
              </a:rPr>
              <a:t>+ </a:t>
            </a:r>
            <a:r>
              <a:rPr lang="en-US" sz="1800" b="1" dirty="0" err="1">
                <a:latin typeface="+mn-lt"/>
                <a:sym typeface="Wingdings" panose="05000000000000000000" pitchFamily="2" charset="2"/>
              </a:rPr>
              <a:t>MPSoC</a:t>
            </a:r>
            <a:r>
              <a:rPr lang="en-US" sz="1800" dirty="0">
                <a:latin typeface="+mn-lt"/>
                <a:sym typeface="Wingdings" panose="05000000000000000000" pitchFamily="2" charset="2"/>
              </a:rPr>
              <a:t>”</a:t>
            </a:r>
          </a:p>
          <a:p>
            <a:r>
              <a:rPr lang="en-US" sz="1800" dirty="0">
                <a:latin typeface="+mn-lt"/>
              </a:rPr>
              <a:t>Double click on the </a:t>
            </a:r>
            <a:r>
              <a:rPr lang="en-US" sz="1800" b="1" dirty="0">
                <a:latin typeface="+mn-lt"/>
                <a:sym typeface="Wingdings" panose="05000000000000000000" pitchFamily="2" charset="2"/>
              </a:rPr>
              <a:t>Zynq </a:t>
            </a:r>
            <a:r>
              <a:rPr lang="en-US" sz="1800" b="1" dirty="0" err="1">
                <a:latin typeface="+mn-lt"/>
                <a:sym typeface="Wingdings" panose="05000000000000000000" pitchFamily="2" charset="2"/>
              </a:rPr>
              <a:t>UltraScale</a:t>
            </a:r>
            <a:r>
              <a:rPr lang="en-US" sz="1800" b="1" dirty="0">
                <a:latin typeface="+mn-lt"/>
                <a:sym typeface="Wingdings" panose="05000000000000000000" pitchFamily="2" charset="2"/>
              </a:rPr>
              <a:t>+ </a:t>
            </a:r>
            <a:r>
              <a:rPr lang="en-US" sz="1800" b="1" dirty="0" err="1">
                <a:latin typeface="+mn-lt"/>
                <a:sym typeface="Wingdings" panose="05000000000000000000" pitchFamily="2" charset="2"/>
              </a:rPr>
              <a:t>MPSoC</a:t>
            </a:r>
            <a:r>
              <a:rPr lang="en-US" sz="1800" b="1" dirty="0">
                <a:latin typeface="+mn-lt"/>
                <a:sym typeface="Wingdings" panose="05000000000000000000" pitchFamily="2" charset="2"/>
              </a:rPr>
              <a:t> </a:t>
            </a:r>
            <a:r>
              <a:rPr lang="en-US" sz="1800" dirty="0">
                <a:latin typeface="+mn-lt"/>
                <a:sym typeface="Wingdings" panose="05000000000000000000" pitchFamily="2" charset="2"/>
              </a:rPr>
              <a:t>IP to customize it. We will be using “</a:t>
            </a:r>
            <a:r>
              <a:rPr lang="en-US" sz="1800" b="1" dirty="0">
                <a:latin typeface="+mn-lt"/>
                <a:sym typeface="Wingdings" panose="05000000000000000000" pitchFamily="2" charset="2"/>
              </a:rPr>
              <a:t>AXI HPM0 LPD</a:t>
            </a:r>
            <a:r>
              <a:rPr lang="en-US" sz="1800" dirty="0">
                <a:latin typeface="+mn-lt"/>
                <a:sym typeface="Wingdings" panose="05000000000000000000" pitchFamily="2" charset="2"/>
              </a:rPr>
              <a:t>” in this minilab to communicate between PS and PL.</a:t>
            </a:r>
          </a:p>
          <a:p>
            <a:r>
              <a:rPr lang="en-US" sz="1800" dirty="0">
                <a:latin typeface="+mn-lt"/>
              </a:rPr>
              <a:t>Go to </a:t>
            </a:r>
            <a:r>
              <a:rPr lang="en-US" sz="1800" b="1" dirty="0" err="1">
                <a:latin typeface="+mn-lt"/>
              </a:rPr>
              <a:t>Window</a:t>
            </a:r>
            <a:r>
              <a:rPr lang="en-US" sz="1800" b="1" dirty="0" err="1">
                <a:latin typeface="+mn-lt"/>
                <a:sym typeface="Wingdings" panose="05000000000000000000" pitchFamily="2" charset="2"/>
              </a:rPr>
              <a:t></a:t>
            </a:r>
            <a:r>
              <a:rPr lang="en-US" sz="1800" b="1" dirty="0" err="1">
                <a:latin typeface="+mn-lt"/>
              </a:rPr>
              <a:t>IP</a:t>
            </a:r>
            <a:r>
              <a:rPr lang="en-US" sz="1800" dirty="0">
                <a:latin typeface="+mn-lt"/>
              </a:rPr>
              <a:t> Catalog. The custom AXI IP that we created will be under “</a:t>
            </a:r>
            <a:r>
              <a:rPr lang="en-US" sz="1800" b="1" dirty="0">
                <a:latin typeface="+mn-lt"/>
              </a:rPr>
              <a:t>AXI Peripheral</a:t>
            </a:r>
            <a:r>
              <a:rPr lang="en-US" sz="1800" dirty="0">
                <a:latin typeface="+mn-lt"/>
              </a:rPr>
              <a:t>”. Double click on it and add it to your block design.</a:t>
            </a:r>
          </a:p>
          <a:p>
            <a:endParaRPr lang="en-US" sz="1800" dirty="0">
              <a:latin typeface="+mn-lt"/>
              <a:sym typeface="Wingdings" panose="05000000000000000000" pitchFamily="2" charset="2"/>
            </a:endParaRPr>
          </a:p>
          <a:p>
            <a:endParaRPr lang="en-US" sz="1800" dirty="0">
              <a:latin typeface="+mn-lt"/>
            </a:endParaRPr>
          </a:p>
        </p:txBody>
      </p:sp>
      <p:sp>
        <p:nvSpPr>
          <p:cNvPr id="2" name="Title 1">
            <a:extLst>
              <a:ext uri="{FF2B5EF4-FFF2-40B4-BE49-F238E27FC236}">
                <a16:creationId xmlns:a16="http://schemas.microsoft.com/office/drawing/2014/main" id="{1EFE4C32-4C7B-45DE-5012-97084BFBF548}"/>
              </a:ext>
            </a:extLst>
          </p:cNvPr>
          <p:cNvSpPr>
            <a:spLocks noGrp="1"/>
          </p:cNvSpPr>
          <p:nvPr>
            <p:ph type="title"/>
          </p:nvPr>
        </p:nvSpPr>
        <p:spPr>
          <a:xfrm>
            <a:off x="495300" y="457200"/>
            <a:ext cx="10668000" cy="1066800"/>
          </a:xfrm>
        </p:spPr>
        <p:txBody>
          <a:bodyPr anchor="b">
            <a:normAutofit/>
          </a:bodyPr>
          <a:lstStyle/>
          <a:p>
            <a:r>
              <a:rPr lang="en-US" dirty="0">
                <a:latin typeface="+mn-lt"/>
              </a:rPr>
              <a:t>Create Board Design (In the main project)</a:t>
            </a:r>
          </a:p>
        </p:txBody>
      </p:sp>
      <p:sp>
        <p:nvSpPr>
          <p:cNvPr id="7" name="Footer Placeholder 4">
            <a:extLst>
              <a:ext uri="{FF2B5EF4-FFF2-40B4-BE49-F238E27FC236}">
                <a16:creationId xmlns:a16="http://schemas.microsoft.com/office/drawing/2014/main" id="{12CAB72E-40DC-3FD5-A555-17067DBF91CE}"/>
              </a:ext>
            </a:extLst>
          </p:cNvPr>
          <p:cNvSpPr>
            <a:spLocks noGrp="1"/>
          </p:cNvSpPr>
          <p:nvPr>
            <p:ph type="ftr" sz="quarter" idx="11"/>
          </p:nvPr>
        </p:nvSpPr>
        <p:spPr>
          <a:xfrm>
            <a:off x="0" y="6505057"/>
            <a:ext cx="4686300" cy="344710"/>
          </a:xfrm>
        </p:spPr>
        <p:txBody>
          <a:bodyPr/>
          <a:lstStyle/>
          <a:p>
            <a:r>
              <a:rPr lang="en-US">
                <a:latin typeface="+mn-lt"/>
              </a:rPr>
              <a:t>Department of Electrical and Computer Engineering</a:t>
            </a:r>
          </a:p>
        </p:txBody>
      </p:sp>
    </p:spTree>
    <p:extLst>
      <p:ext uri="{BB962C8B-B14F-4D97-AF65-F5344CB8AC3E}">
        <p14:creationId xmlns:p14="http://schemas.microsoft.com/office/powerpoint/2010/main" val="4044843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778E6-FF8A-FAAD-FB70-C302376DDBAF}"/>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EAD84D8-7C85-EBC3-1242-7E8BBC61513E}"/>
              </a:ext>
            </a:extLst>
          </p:cNvPr>
          <p:cNvSpPr>
            <a:spLocks noGrp="1"/>
          </p:cNvSpPr>
          <p:nvPr>
            <p:ph sz="quarter" idx="13"/>
          </p:nvPr>
        </p:nvSpPr>
        <p:spPr>
          <a:xfrm>
            <a:off x="495300" y="1840447"/>
            <a:ext cx="5473148" cy="4446053"/>
          </a:xfrm>
        </p:spPr>
        <p:txBody>
          <a:bodyPr vert="horz" lIns="0" tIns="45720" rIns="91440" bIns="45720" rtlCol="0">
            <a:normAutofit fontScale="92500" lnSpcReduction="10000"/>
          </a:bodyPr>
          <a:lstStyle/>
          <a:p>
            <a:r>
              <a:rPr lang="en-US" sz="1800" dirty="0">
                <a:latin typeface="+mn-lt"/>
              </a:rPr>
              <a:t>Click on “</a:t>
            </a:r>
            <a:r>
              <a:rPr lang="en-US" sz="1800" b="1" dirty="0">
                <a:latin typeface="+mn-lt"/>
              </a:rPr>
              <a:t>Run Connection Automation</a:t>
            </a:r>
            <a:r>
              <a:rPr lang="en-US" sz="1800" dirty="0">
                <a:latin typeface="+mn-lt"/>
              </a:rPr>
              <a:t>”. Select all, then click </a:t>
            </a:r>
            <a:r>
              <a:rPr lang="en-US" sz="1800" b="1" dirty="0">
                <a:latin typeface="+mn-lt"/>
              </a:rPr>
              <a:t>OK. </a:t>
            </a:r>
            <a:r>
              <a:rPr lang="en-US" sz="1800" dirty="0" err="1">
                <a:latin typeface="+mn-lt"/>
              </a:rPr>
              <a:t>Vivado</a:t>
            </a:r>
            <a:r>
              <a:rPr lang="en-US" sz="1800" dirty="0">
                <a:latin typeface="+mn-lt"/>
              </a:rPr>
              <a:t> will automatically insert necessary blocks for reset and interconnect management. It will also connect all the selected nets. (</a:t>
            </a:r>
            <a:r>
              <a:rPr lang="en-US" sz="1800" b="1" dirty="0">
                <a:latin typeface="+mn-lt"/>
              </a:rPr>
              <a:t>Note:</a:t>
            </a:r>
            <a:r>
              <a:rPr lang="en-US" sz="1800" dirty="0">
                <a:latin typeface="+mn-lt"/>
              </a:rPr>
              <a:t> This tool is unreliable when the block design becomes complex, so use it with caution)</a:t>
            </a:r>
          </a:p>
          <a:p>
            <a:r>
              <a:rPr lang="en-US" sz="1800" dirty="0">
                <a:latin typeface="+mn-lt"/>
              </a:rPr>
              <a:t>The final block design should look like as shown.</a:t>
            </a:r>
          </a:p>
          <a:p>
            <a:r>
              <a:rPr lang="en-US" sz="1800" dirty="0">
                <a:latin typeface="+mn-lt"/>
              </a:rPr>
              <a:t>Go to </a:t>
            </a:r>
            <a:r>
              <a:rPr lang="en-US" sz="1800" b="1" dirty="0" err="1">
                <a:latin typeface="+mn-lt"/>
              </a:rPr>
              <a:t>Tools</a:t>
            </a:r>
            <a:r>
              <a:rPr lang="en-US" sz="1800" b="1" dirty="0" err="1">
                <a:latin typeface="+mn-lt"/>
                <a:sym typeface="Wingdings" panose="05000000000000000000" pitchFamily="2" charset="2"/>
              </a:rPr>
              <a:t>Validate</a:t>
            </a:r>
            <a:r>
              <a:rPr lang="en-US" sz="1800" b="1" dirty="0">
                <a:latin typeface="+mn-lt"/>
                <a:sym typeface="Wingdings" panose="05000000000000000000" pitchFamily="2" charset="2"/>
              </a:rPr>
              <a:t> Design</a:t>
            </a:r>
            <a:r>
              <a:rPr lang="en-US" sz="1800" dirty="0">
                <a:latin typeface="+mn-lt"/>
                <a:sym typeface="Wingdings" panose="05000000000000000000" pitchFamily="2" charset="2"/>
              </a:rPr>
              <a:t>. There should not be any errors.</a:t>
            </a:r>
          </a:p>
          <a:p>
            <a:r>
              <a:rPr lang="en-US" sz="1800" dirty="0">
                <a:latin typeface="+mn-lt"/>
              </a:rPr>
              <a:t>Right click on the block design file (.bd) under </a:t>
            </a:r>
            <a:r>
              <a:rPr lang="en-US" sz="1800" b="1" dirty="0">
                <a:latin typeface="+mn-lt"/>
              </a:rPr>
              <a:t>Design Sources </a:t>
            </a:r>
            <a:r>
              <a:rPr lang="en-US" sz="1800" dirty="0">
                <a:latin typeface="+mn-lt"/>
              </a:rPr>
              <a:t>and select “</a:t>
            </a:r>
            <a:r>
              <a:rPr lang="en-US" sz="1800" b="1" dirty="0">
                <a:latin typeface="+mn-lt"/>
              </a:rPr>
              <a:t>Create HDL Wrapper</a:t>
            </a:r>
            <a:r>
              <a:rPr lang="en-US" sz="1800" dirty="0">
                <a:latin typeface="+mn-lt"/>
              </a:rPr>
              <a:t>”. Click </a:t>
            </a:r>
            <a:r>
              <a:rPr lang="en-US" sz="1800" b="1" dirty="0">
                <a:latin typeface="+mn-lt"/>
              </a:rPr>
              <a:t>OK</a:t>
            </a:r>
            <a:r>
              <a:rPr lang="en-US" sz="1800" dirty="0">
                <a:latin typeface="+mn-lt"/>
              </a:rPr>
              <a:t>. </a:t>
            </a:r>
            <a:r>
              <a:rPr lang="en-US" sz="1800" dirty="0" err="1">
                <a:latin typeface="+mn-lt"/>
              </a:rPr>
              <a:t>Vivado</a:t>
            </a:r>
            <a:r>
              <a:rPr lang="en-US" sz="1800" dirty="0">
                <a:latin typeface="+mn-lt"/>
              </a:rPr>
              <a:t> will auto-create the top-level Verilog log file for synthesis.</a:t>
            </a:r>
          </a:p>
          <a:p>
            <a:r>
              <a:rPr lang="en-US" sz="1800" dirty="0">
                <a:latin typeface="+mn-lt"/>
              </a:rPr>
              <a:t>Synthesize and implement the design. Since we are not using any peripherals, we don’t need any pin constraints.</a:t>
            </a:r>
          </a:p>
          <a:p>
            <a:r>
              <a:rPr lang="en-US" sz="1800" dirty="0">
                <a:latin typeface="+mn-lt"/>
              </a:rPr>
              <a:t>Generate the bitstream.</a:t>
            </a:r>
          </a:p>
        </p:txBody>
      </p:sp>
      <p:sp>
        <p:nvSpPr>
          <p:cNvPr id="2" name="Title 1">
            <a:extLst>
              <a:ext uri="{FF2B5EF4-FFF2-40B4-BE49-F238E27FC236}">
                <a16:creationId xmlns:a16="http://schemas.microsoft.com/office/drawing/2014/main" id="{06EC637A-AB60-51EC-8D94-DAD1C7643C81}"/>
              </a:ext>
            </a:extLst>
          </p:cNvPr>
          <p:cNvSpPr>
            <a:spLocks noGrp="1"/>
          </p:cNvSpPr>
          <p:nvPr>
            <p:ph type="title"/>
          </p:nvPr>
        </p:nvSpPr>
        <p:spPr>
          <a:xfrm>
            <a:off x="495300" y="457200"/>
            <a:ext cx="10668000" cy="1066800"/>
          </a:xfrm>
        </p:spPr>
        <p:txBody>
          <a:bodyPr anchor="b">
            <a:normAutofit/>
          </a:bodyPr>
          <a:lstStyle/>
          <a:p>
            <a:r>
              <a:rPr lang="en-US" dirty="0">
                <a:latin typeface="+mn-lt"/>
              </a:rPr>
              <a:t>Create Board Design </a:t>
            </a:r>
            <a:r>
              <a:rPr lang="en-US" dirty="0"/>
              <a:t>(In the main project)</a:t>
            </a:r>
            <a:endParaRPr lang="en-US" dirty="0">
              <a:latin typeface="+mn-lt"/>
            </a:endParaRPr>
          </a:p>
        </p:txBody>
      </p:sp>
      <p:sp>
        <p:nvSpPr>
          <p:cNvPr id="7" name="Footer Placeholder 4">
            <a:extLst>
              <a:ext uri="{FF2B5EF4-FFF2-40B4-BE49-F238E27FC236}">
                <a16:creationId xmlns:a16="http://schemas.microsoft.com/office/drawing/2014/main" id="{3F7A88B5-120E-4CC5-A358-35E361A15B6C}"/>
              </a:ext>
            </a:extLst>
          </p:cNvPr>
          <p:cNvSpPr>
            <a:spLocks noGrp="1"/>
          </p:cNvSpPr>
          <p:nvPr>
            <p:ph type="ftr" sz="quarter" idx="11"/>
          </p:nvPr>
        </p:nvSpPr>
        <p:spPr>
          <a:xfrm>
            <a:off x="0" y="6505057"/>
            <a:ext cx="4686300" cy="344710"/>
          </a:xfrm>
        </p:spPr>
        <p:txBody>
          <a:bodyPr/>
          <a:lstStyle/>
          <a:p>
            <a:r>
              <a:rPr lang="en-US">
                <a:latin typeface="+mn-lt"/>
              </a:rPr>
              <a:t>Department of Electrical and Computer Engineering</a:t>
            </a:r>
          </a:p>
        </p:txBody>
      </p:sp>
      <p:pic>
        <p:nvPicPr>
          <p:cNvPr id="5" name="Picture 4">
            <a:extLst>
              <a:ext uri="{FF2B5EF4-FFF2-40B4-BE49-F238E27FC236}">
                <a16:creationId xmlns:a16="http://schemas.microsoft.com/office/drawing/2014/main" id="{3E55B2C9-82BC-42A6-50E7-B5B1D986453A}"/>
              </a:ext>
            </a:extLst>
          </p:cNvPr>
          <p:cNvPicPr>
            <a:picLocks noChangeAspect="1"/>
          </p:cNvPicPr>
          <p:nvPr/>
        </p:nvPicPr>
        <p:blipFill>
          <a:blip r:embed="rId2"/>
          <a:stretch>
            <a:fillRect/>
          </a:stretch>
        </p:blipFill>
        <p:spPr>
          <a:xfrm>
            <a:off x="6096000" y="2079056"/>
            <a:ext cx="5699062" cy="2550695"/>
          </a:xfrm>
          <a:prstGeom prst="rect">
            <a:avLst/>
          </a:prstGeom>
        </p:spPr>
      </p:pic>
    </p:spTree>
    <p:extLst>
      <p:ext uri="{BB962C8B-B14F-4D97-AF65-F5344CB8AC3E}">
        <p14:creationId xmlns:p14="http://schemas.microsoft.com/office/powerpoint/2010/main" val="41474906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F03AB-BB49-289B-2E2A-5FFEB9A6D2F6}"/>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10FFD2F-7DDF-437D-80F8-5265BB658926}"/>
              </a:ext>
            </a:extLst>
          </p:cNvPr>
          <p:cNvSpPr>
            <a:spLocks noGrp="1"/>
          </p:cNvSpPr>
          <p:nvPr>
            <p:ph sz="quarter" idx="13"/>
          </p:nvPr>
        </p:nvSpPr>
        <p:spPr>
          <a:xfrm>
            <a:off x="495299" y="1840447"/>
            <a:ext cx="11135869" cy="3837977"/>
          </a:xfrm>
        </p:spPr>
        <p:txBody>
          <a:bodyPr vert="horz" lIns="0" tIns="45720" rIns="91440" bIns="45720" rtlCol="0">
            <a:normAutofit lnSpcReduction="10000"/>
          </a:bodyPr>
          <a:lstStyle/>
          <a:p>
            <a:r>
              <a:rPr lang="en-US" sz="1800" dirty="0">
                <a:latin typeface="+mn-lt"/>
              </a:rPr>
              <a:t>After booting the board with the SD card, open a </a:t>
            </a:r>
            <a:r>
              <a:rPr lang="en-US" sz="1800" dirty="0" err="1">
                <a:latin typeface="+mn-lt"/>
              </a:rPr>
              <a:t>jupyter</a:t>
            </a:r>
            <a:r>
              <a:rPr lang="en-US" sz="1800" dirty="0">
                <a:latin typeface="+mn-lt"/>
              </a:rPr>
              <a:t> server on the PS.</a:t>
            </a:r>
          </a:p>
          <a:p>
            <a:r>
              <a:rPr lang="en-US" sz="1800" dirty="0">
                <a:latin typeface="+mn-lt"/>
              </a:rPr>
              <a:t>Create a “</a:t>
            </a:r>
            <a:r>
              <a:rPr lang="en-US" sz="1800" b="1" dirty="0" err="1">
                <a:latin typeface="+mn-lt"/>
              </a:rPr>
              <a:t>usr</a:t>
            </a:r>
            <a:r>
              <a:rPr lang="en-US" sz="1800" b="1" dirty="0">
                <a:latin typeface="+mn-lt"/>
              </a:rPr>
              <a:t>/minilab1</a:t>
            </a:r>
            <a:r>
              <a:rPr lang="en-US" sz="1800" dirty="0">
                <a:latin typeface="+mn-lt"/>
              </a:rPr>
              <a:t>” folder. Copy the </a:t>
            </a:r>
            <a:r>
              <a:rPr lang="en-US" sz="1800" b="1" dirty="0">
                <a:latin typeface="+mn-lt"/>
              </a:rPr>
              <a:t>.bit </a:t>
            </a:r>
            <a:r>
              <a:rPr lang="en-US" sz="1800" dirty="0">
                <a:latin typeface="+mn-lt"/>
              </a:rPr>
              <a:t>and </a:t>
            </a:r>
            <a:r>
              <a:rPr lang="en-US" sz="1800" b="1" dirty="0">
                <a:latin typeface="+mn-lt"/>
              </a:rPr>
              <a:t>.</a:t>
            </a:r>
            <a:r>
              <a:rPr lang="en-US" sz="1800" b="1" dirty="0" err="1">
                <a:latin typeface="+mn-lt"/>
              </a:rPr>
              <a:t>hwh</a:t>
            </a:r>
            <a:r>
              <a:rPr lang="en-US" sz="1800" b="1" dirty="0">
                <a:latin typeface="+mn-lt"/>
              </a:rPr>
              <a:t> </a:t>
            </a:r>
            <a:r>
              <a:rPr lang="en-US" sz="1800" dirty="0">
                <a:latin typeface="+mn-lt"/>
              </a:rPr>
              <a:t>files from the project directory.</a:t>
            </a:r>
          </a:p>
          <a:p>
            <a:r>
              <a:rPr lang="en-US" sz="1800" dirty="0">
                <a:latin typeface="+mn-lt"/>
              </a:rPr>
              <a:t>Copy the provided </a:t>
            </a:r>
            <a:r>
              <a:rPr lang="en-US" sz="1800" dirty="0" err="1">
                <a:latin typeface="+mn-lt"/>
              </a:rPr>
              <a:t>jupyter</a:t>
            </a:r>
            <a:r>
              <a:rPr lang="en-US" sz="1800" dirty="0">
                <a:latin typeface="+mn-lt"/>
              </a:rPr>
              <a:t> notebook that has the skeleton code to the folder.</a:t>
            </a:r>
          </a:p>
          <a:p>
            <a:r>
              <a:rPr lang="en-US" sz="1800" dirty="0">
                <a:latin typeface="+mn-lt"/>
              </a:rPr>
              <a:t>PYNQ is an open-source embedded software development platform.</a:t>
            </a:r>
          </a:p>
          <a:p>
            <a:r>
              <a:rPr lang="en-US" sz="1800" dirty="0">
                <a:latin typeface="+mn-lt"/>
              </a:rPr>
              <a:t>PYNQ was created as python alternative to the C-based development platform Vitis from AMD (Xilinx) since it is faster to develop and prototype using python. However, since C is a lower-level programming language than python, code developed in C is usually faster.</a:t>
            </a:r>
          </a:p>
          <a:p>
            <a:r>
              <a:rPr lang="en-US" sz="1800" dirty="0">
                <a:latin typeface="+mn-lt"/>
              </a:rPr>
              <a:t>For more details, refer to </a:t>
            </a:r>
            <a:r>
              <a:rPr lang="en-US" sz="1800" dirty="0">
                <a:latin typeface="+mn-lt"/>
                <a:hlinkClick r:id="rId2"/>
              </a:rPr>
              <a:t>PYNQ Introduction — Python productivity for Zynq (</a:t>
            </a:r>
            <a:r>
              <a:rPr lang="en-US" sz="1800" dirty="0" err="1">
                <a:latin typeface="+mn-lt"/>
                <a:hlinkClick r:id="rId2"/>
              </a:rPr>
              <a:t>Pynq</a:t>
            </a:r>
            <a:r>
              <a:rPr lang="en-US" sz="1800" dirty="0">
                <a:latin typeface="+mn-lt"/>
                <a:hlinkClick r:id="rId2"/>
              </a:rPr>
              <a:t>) v1.0</a:t>
            </a:r>
            <a:endParaRPr lang="en-US" sz="1800" dirty="0">
              <a:latin typeface="+mn-lt"/>
            </a:endParaRPr>
          </a:p>
          <a:p>
            <a:r>
              <a:rPr lang="en-US" sz="1800" dirty="0">
                <a:latin typeface="+mn-lt"/>
              </a:rPr>
              <a:t>In this minilab, you will be using the MMIO interface to interact with IP from the PS: </a:t>
            </a:r>
            <a:r>
              <a:rPr lang="en-US" sz="1800" dirty="0">
                <a:latin typeface="+mn-lt"/>
                <a:hlinkClick r:id="rId3"/>
              </a:rPr>
              <a:t>MMIO — Python productivity for Zynq (</a:t>
            </a:r>
            <a:r>
              <a:rPr lang="en-US" sz="1800" dirty="0" err="1">
                <a:latin typeface="+mn-lt"/>
                <a:hlinkClick r:id="rId3"/>
              </a:rPr>
              <a:t>Pynq</a:t>
            </a:r>
            <a:r>
              <a:rPr lang="en-US" sz="1800" dirty="0">
                <a:latin typeface="+mn-lt"/>
                <a:hlinkClick r:id="rId3"/>
              </a:rPr>
              <a:t>) v1.0</a:t>
            </a:r>
            <a:endParaRPr lang="en-US" sz="1800" dirty="0">
              <a:latin typeface="+mn-lt"/>
            </a:endParaRPr>
          </a:p>
          <a:p>
            <a:r>
              <a:rPr lang="en-US" sz="1800" dirty="0">
                <a:latin typeface="+mn-lt"/>
              </a:rPr>
              <a:t>Find the necessary details to write the driver code for the IP by searching for “</a:t>
            </a:r>
            <a:r>
              <a:rPr lang="en-US" sz="1800" b="1" dirty="0">
                <a:latin typeface="+mn-lt"/>
              </a:rPr>
              <a:t>MEMRANGE</a:t>
            </a:r>
            <a:r>
              <a:rPr lang="en-US" sz="1800" dirty="0">
                <a:latin typeface="+mn-lt"/>
              </a:rPr>
              <a:t>” in the .</a:t>
            </a:r>
            <a:r>
              <a:rPr lang="en-US" sz="1800" dirty="0" err="1">
                <a:latin typeface="+mn-lt"/>
              </a:rPr>
              <a:t>hwh</a:t>
            </a:r>
            <a:r>
              <a:rPr lang="en-US" sz="1800" dirty="0">
                <a:latin typeface="+mn-lt"/>
              </a:rPr>
              <a:t> file. The same details can be also obtained from </a:t>
            </a:r>
            <a:r>
              <a:rPr lang="en-US" sz="1800" b="1" dirty="0">
                <a:latin typeface="+mn-lt"/>
              </a:rPr>
              <a:t>Window-&gt;Address Editor</a:t>
            </a:r>
            <a:r>
              <a:rPr lang="en-US" sz="1800" dirty="0">
                <a:latin typeface="+mn-lt"/>
              </a:rPr>
              <a:t> in </a:t>
            </a:r>
            <a:r>
              <a:rPr lang="en-US" sz="1800" dirty="0" err="1">
                <a:latin typeface="+mn-lt"/>
              </a:rPr>
              <a:t>Vivado</a:t>
            </a:r>
            <a:r>
              <a:rPr lang="en-US" sz="1800" dirty="0">
                <a:latin typeface="+mn-lt"/>
              </a:rPr>
              <a:t>.</a:t>
            </a:r>
          </a:p>
        </p:txBody>
      </p:sp>
      <p:sp>
        <p:nvSpPr>
          <p:cNvPr id="2" name="Title 1">
            <a:extLst>
              <a:ext uri="{FF2B5EF4-FFF2-40B4-BE49-F238E27FC236}">
                <a16:creationId xmlns:a16="http://schemas.microsoft.com/office/drawing/2014/main" id="{D5AC35F5-CC0A-48AD-9719-640CD311FB71}"/>
              </a:ext>
            </a:extLst>
          </p:cNvPr>
          <p:cNvSpPr>
            <a:spLocks noGrp="1"/>
          </p:cNvSpPr>
          <p:nvPr>
            <p:ph type="title"/>
          </p:nvPr>
        </p:nvSpPr>
        <p:spPr>
          <a:xfrm>
            <a:off x="495300" y="457200"/>
            <a:ext cx="10668000" cy="1066800"/>
          </a:xfrm>
        </p:spPr>
        <p:txBody>
          <a:bodyPr anchor="b">
            <a:normAutofit/>
          </a:bodyPr>
          <a:lstStyle/>
          <a:p>
            <a:r>
              <a:rPr lang="en-US" dirty="0">
                <a:latin typeface="+mn-lt"/>
              </a:rPr>
              <a:t>PYNQ Software</a:t>
            </a:r>
          </a:p>
        </p:txBody>
      </p:sp>
      <p:sp>
        <p:nvSpPr>
          <p:cNvPr id="7" name="Footer Placeholder 4">
            <a:extLst>
              <a:ext uri="{FF2B5EF4-FFF2-40B4-BE49-F238E27FC236}">
                <a16:creationId xmlns:a16="http://schemas.microsoft.com/office/drawing/2014/main" id="{F47F2E49-07A5-37E8-EE12-985DD73AFDD2}"/>
              </a:ext>
            </a:extLst>
          </p:cNvPr>
          <p:cNvSpPr>
            <a:spLocks noGrp="1"/>
          </p:cNvSpPr>
          <p:nvPr>
            <p:ph type="ftr" sz="quarter" idx="11"/>
          </p:nvPr>
        </p:nvSpPr>
        <p:spPr>
          <a:xfrm>
            <a:off x="0" y="6505057"/>
            <a:ext cx="4686300" cy="344710"/>
          </a:xfrm>
        </p:spPr>
        <p:txBody>
          <a:bodyPr/>
          <a:lstStyle/>
          <a:p>
            <a:r>
              <a:rPr lang="en-US">
                <a:latin typeface="+mn-lt"/>
              </a:rPr>
              <a:t>Department of Electrical and Computer Engineering</a:t>
            </a:r>
          </a:p>
        </p:txBody>
      </p:sp>
    </p:spTree>
    <p:extLst>
      <p:ext uri="{BB962C8B-B14F-4D97-AF65-F5344CB8AC3E}">
        <p14:creationId xmlns:p14="http://schemas.microsoft.com/office/powerpoint/2010/main" val="3284894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4684A-9FF6-DD18-3002-47277E4DAD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D3AD7A-746E-C55A-4F60-D0B7CE4F2C18}"/>
              </a:ext>
            </a:extLst>
          </p:cNvPr>
          <p:cNvSpPr>
            <a:spLocks noGrp="1"/>
          </p:cNvSpPr>
          <p:nvPr>
            <p:ph type="title"/>
          </p:nvPr>
        </p:nvSpPr>
        <p:spPr>
          <a:xfrm>
            <a:off x="495300" y="457200"/>
            <a:ext cx="10668000" cy="1066800"/>
          </a:xfrm>
        </p:spPr>
        <p:txBody>
          <a:bodyPr anchor="b">
            <a:normAutofit/>
          </a:bodyPr>
          <a:lstStyle/>
          <a:p>
            <a:r>
              <a:rPr lang="en-US">
                <a:latin typeface="+mn-lt"/>
                <a:cs typeface="Arial"/>
              </a:rPr>
              <a:t>Demo and Report</a:t>
            </a:r>
            <a:endParaRPr lang="en-US">
              <a:latin typeface="+mn-lt"/>
            </a:endParaRPr>
          </a:p>
        </p:txBody>
      </p:sp>
      <p:sp>
        <p:nvSpPr>
          <p:cNvPr id="5" name="Footer Placeholder 4">
            <a:extLst>
              <a:ext uri="{FF2B5EF4-FFF2-40B4-BE49-F238E27FC236}">
                <a16:creationId xmlns:a16="http://schemas.microsoft.com/office/drawing/2014/main" id="{CA25ABAA-B67D-63B9-D4B0-D6BDCD9781C0}"/>
              </a:ext>
            </a:extLst>
          </p:cNvPr>
          <p:cNvSpPr>
            <a:spLocks noGrp="1"/>
          </p:cNvSpPr>
          <p:nvPr>
            <p:ph type="ftr" sz="quarter" idx="11"/>
          </p:nvPr>
        </p:nvSpPr>
        <p:spPr>
          <a:xfrm>
            <a:off x="0" y="6505057"/>
            <a:ext cx="4686300" cy="344710"/>
          </a:xfrm>
        </p:spPr>
        <p:txBody>
          <a:bodyPr/>
          <a:lstStyle/>
          <a:p>
            <a:r>
              <a:rPr lang="en-US">
                <a:latin typeface="+mn-lt"/>
              </a:rPr>
              <a:t>Department of Electrical and Computer Engineering</a:t>
            </a:r>
          </a:p>
        </p:txBody>
      </p:sp>
      <p:sp>
        <p:nvSpPr>
          <p:cNvPr id="6" name="Content Placeholder 5">
            <a:extLst>
              <a:ext uri="{FF2B5EF4-FFF2-40B4-BE49-F238E27FC236}">
                <a16:creationId xmlns:a16="http://schemas.microsoft.com/office/drawing/2014/main" id="{3E215BF5-4FDC-D94C-13A2-6EB554F75940}"/>
              </a:ext>
            </a:extLst>
          </p:cNvPr>
          <p:cNvSpPr>
            <a:spLocks noGrp="1"/>
          </p:cNvSpPr>
          <p:nvPr>
            <p:ph sz="quarter" idx="13"/>
          </p:nvPr>
        </p:nvSpPr>
        <p:spPr>
          <a:xfrm>
            <a:off x="1028699" y="1840447"/>
            <a:ext cx="10142538" cy="3837978"/>
          </a:xfrm>
        </p:spPr>
        <p:txBody>
          <a:bodyPr vert="horz" lIns="0" tIns="45720" rIns="91440" bIns="45720" rtlCol="0" anchor="t">
            <a:noAutofit/>
          </a:bodyPr>
          <a:lstStyle/>
          <a:p>
            <a:r>
              <a:rPr lang="en-US" sz="1800" dirty="0">
                <a:solidFill>
                  <a:srgbClr val="363636"/>
                </a:solidFill>
                <a:latin typeface="+mn-lt"/>
                <a:cs typeface="Arial"/>
              </a:rPr>
              <a:t>You must demo your working designs to the instructor (George) or the TA (Abhishek) by the end of lab period on 02/03 to avoid any penalty. Demos should be done in teams. See </a:t>
            </a:r>
            <a:r>
              <a:rPr lang="en-US" sz="1800" dirty="0">
                <a:latin typeface="+mn-lt"/>
                <a:hlinkClick r:id="rId2"/>
              </a:rPr>
              <a:t>Grading</a:t>
            </a:r>
            <a:r>
              <a:rPr lang="en-US" sz="1800" dirty="0">
                <a:solidFill>
                  <a:srgbClr val="363636"/>
                </a:solidFill>
                <a:latin typeface="+mn-lt"/>
                <a:cs typeface="Arial"/>
              </a:rPr>
              <a:t> for more details.</a:t>
            </a:r>
          </a:p>
          <a:p>
            <a:r>
              <a:rPr lang="en-US" sz="1800" dirty="0">
                <a:solidFill>
                  <a:srgbClr val="363636"/>
                </a:solidFill>
                <a:latin typeface="+mn-lt"/>
                <a:cs typeface="Arial"/>
              </a:rPr>
              <a:t>Create a repository with the name "</a:t>
            </a:r>
            <a:r>
              <a:rPr lang="en-US" sz="1800" b="1" dirty="0">
                <a:solidFill>
                  <a:srgbClr val="363636"/>
                </a:solidFill>
                <a:latin typeface="+mn-lt"/>
                <a:cs typeface="Arial"/>
              </a:rPr>
              <a:t>ECE554SP26_Minilab1</a:t>
            </a:r>
            <a:r>
              <a:rPr lang="en-US" sz="1800" dirty="0">
                <a:solidFill>
                  <a:srgbClr val="363636"/>
                </a:solidFill>
                <a:latin typeface="+mn-lt"/>
                <a:cs typeface="Arial"/>
              </a:rPr>
              <a:t>" on </a:t>
            </a:r>
            <a:r>
              <a:rPr lang="en-US" sz="1800" b="1" dirty="0" err="1">
                <a:solidFill>
                  <a:srgbClr val="363636"/>
                </a:solidFill>
                <a:latin typeface="+mn-lt"/>
                <a:cs typeface="Arial"/>
              </a:rPr>
              <a:t>Github</a:t>
            </a:r>
            <a:r>
              <a:rPr lang="en-US" sz="1800" dirty="0">
                <a:solidFill>
                  <a:srgbClr val="363636"/>
                </a:solidFill>
                <a:latin typeface="+mn-lt"/>
                <a:cs typeface="Arial"/>
              </a:rPr>
              <a:t>. Upload all .v/.</a:t>
            </a:r>
            <a:r>
              <a:rPr lang="en-US" sz="1800" dirty="0" err="1">
                <a:solidFill>
                  <a:srgbClr val="363636"/>
                </a:solidFill>
                <a:latin typeface="+mn-lt"/>
                <a:cs typeface="Arial"/>
              </a:rPr>
              <a:t>sv</a:t>
            </a:r>
            <a:r>
              <a:rPr lang="en-US" sz="1800" dirty="0">
                <a:solidFill>
                  <a:srgbClr val="363636"/>
                </a:solidFill>
                <a:latin typeface="+mn-lt"/>
                <a:cs typeface="Arial"/>
              </a:rPr>
              <a:t> and IP files to your individual </a:t>
            </a:r>
            <a:r>
              <a:rPr lang="en-US" sz="1800" dirty="0" err="1">
                <a:solidFill>
                  <a:srgbClr val="363636"/>
                </a:solidFill>
                <a:latin typeface="+mn-lt"/>
                <a:cs typeface="Arial"/>
              </a:rPr>
              <a:t>Github</a:t>
            </a:r>
            <a:r>
              <a:rPr lang="en-US" sz="1800" dirty="0">
                <a:solidFill>
                  <a:srgbClr val="363636"/>
                </a:solidFill>
                <a:latin typeface="+mn-lt"/>
                <a:cs typeface="Arial"/>
              </a:rPr>
              <a:t> accounts. If you don't have a </a:t>
            </a:r>
            <a:r>
              <a:rPr lang="en-US" sz="1800" dirty="0" err="1">
                <a:solidFill>
                  <a:srgbClr val="363636"/>
                </a:solidFill>
                <a:latin typeface="+mn-lt"/>
                <a:cs typeface="Arial"/>
              </a:rPr>
              <a:t>Github</a:t>
            </a:r>
            <a:r>
              <a:rPr lang="en-US" sz="1800" dirty="0">
                <a:solidFill>
                  <a:srgbClr val="363636"/>
                </a:solidFill>
                <a:latin typeface="+mn-lt"/>
                <a:cs typeface="Arial"/>
              </a:rPr>
              <a:t> account yet, please create one and become familiar with Git commands.</a:t>
            </a:r>
            <a:endParaRPr lang="en-US" sz="1800" dirty="0">
              <a:solidFill>
                <a:srgbClr val="202020"/>
              </a:solidFill>
              <a:latin typeface="+mn-lt"/>
              <a:cs typeface="Arial"/>
            </a:endParaRPr>
          </a:p>
          <a:p>
            <a:pPr lvl="1">
              <a:buFont typeface="Courier New,monospace" panose="020B0604020202020204" pitchFamily="34" charset="0"/>
              <a:buChar char="o"/>
            </a:pPr>
            <a:r>
              <a:rPr lang="en-US" sz="1800" dirty="0" err="1">
                <a:solidFill>
                  <a:srgbClr val="202020"/>
                </a:solidFill>
                <a:latin typeface="+mn-lt"/>
                <a:cs typeface="Arial"/>
                <a:hlinkClick r:id="rId3"/>
              </a:rPr>
              <a:t>Github</a:t>
            </a:r>
            <a:r>
              <a:rPr lang="en-US" sz="1800" dirty="0">
                <a:solidFill>
                  <a:srgbClr val="202020"/>
                </a:solidFill>
                <a:latin typeface="+mn-lt"/>
                <a:cs typeface="Arial"/>
                <a:hlinkClick r:id="rId3"/>
              </a:rPr>
              <a:t>: Getting Started</a:t>
            </a:r>
            <a:endParaRPr lang="en-US" sz="1800" dirty="0">
              <a:solidFill>
                <a:srgbClr val="202020"/>
              </a:solidFill>
              <a:latin typeface="+mn-lt"/>
              <a:cs typeface="Arial"/>
            </a:endParaRPr>
          </a:p>
          <a:p>
            <a:pPr lvl="1">
              <a:buFont typeface="Courier New,monospace" panose="020B0604020202020204" pitchFamily="34" charset="0"/>
              <a:buChar char="o"/>
            </a:pPr>
            <a:r>
              <a:rPr lang="en-US" sz="1800" dirty="0">
                <a:solidFill>
                  <a:srgbClr val="202020"/>
                </a:solidFill>
                <a:latin typeface="+mn-lt"/>
                <a:cs typeface="Arial"/>
                <a:hlinkClick r:id="rId4"/>
              </a:rPr>
              <a:t>Git Cheat Sheet</a:t>
            </a:r>
            <a:endParaRPr lang="en-US" sz="1800" dirty="0">
              <a:solidFill>
                <a:srgbClr val="202020"/>
              </a:solidFill>
              <a:latin typeface="+mn-lt"/>
              <a:cs typeface="Arial"/>
            </a:endParaRPr>
          </a:p>
          <a:p>
            <a:r>
              <a:rPr lang="en-US" sz="1800" dirty="0">
                <a:solidFill>
                  <a:srgbClr val="363636"/>
                </a:solidFill>
                <a:latin typeface="+mn-lt"/>
                <a:cs typeface="Arial"/>
              </a:rPr>
              <a:t>The report should be submitted individually and should have your </a:t>
            </a:r>
            <a:r>
              <a:rPr lang="en-US" sz="1800" b="1" dirty="0" err="1">
                <a:solidFill>
                  <a:srgbClr val="363636"/>
                </a:solidFill>
                <a:latin typeface="+mn-lt"/>
                <a:cs typeface="Arial"/>
              </a:rPr>
              <a:t>Github</a:t>
            </a:r>
            <a:r>
              <a:rPr lang="en-US" sz="1800" b="1" dirty="0">
                <a:solidFill>
                  <a:srgbClr val="363636"/>
                </a:solidFill>
                <a:latin typeface="+mn-lt"/>
                <a:cs typeface="Arial"/>
              </a:rPr>
              <a:t> repository info</a:t>
            </a:r>
            <a:r>
              <a:rPr lang="en-US" sz="1800" dirty="0">
                <a:solidFill>
                  <a:srgbClr val="363636"/>
                </a:solidFill>
                <a:latin typeface="+mn-lt"/>
                <a:cs typeface="Arial"/>
              </a:rPr>
              <a:t> and details about how you created that the repository and added the files. It should also have your </a:t>
            </a:r>
            <a:r>
              <a:rPr lang="en-US" sz="1800" b="1" dirty="0">
                <a:solidFill>
                  <a:srgbClr val="363636"/>
                </a:solidFill>
                <a:latin typeface="+mn-lt"/>
                <a:cs typeface="Arial"/>
              </a:rPr>
              <a:t>simulation log</a:t>
            </a:r>
            <a:r>
              <a:rPr lang="en-US" sz="1800" dirty="0">
                <a:solidFill>
                  <a:srgbClr val="363636"/>
                </a:solidFill>
                <a:latin typeface="+mn-lt"/>
                <a:cs typeface="Arial"/>
              </a:rPr>
              <a:t> and a </a:t>
            </a:r>
            <a:r>
              <a:rPr lang="en-US" sz="1800" b="1" dirty="0">
                <a:solidFill>
                  <a:srgbClr val="363636"/>
                </a:solidFill>
                <a:latin typeface="+mn-lt"/>
                <a:cs typeface="Arial"/>
              </a:rPr>
              <a:t>snapshot of the waveform</a:t>
            </a:r>
            <a:r>
              <a:rPr lang="en-US" sz="1800" dirty="0">
                <a:solidFill>
                  <a:srgbClr val="363636"/>
                </a:solidFill>
                <a:latin typeface="+mn-lt"/>
                <a:cs typeface="Arial"/>
              </a:rPr>
              <a:t> </a:t>
            </a:r>
            <a:r>
              <a:rPr lang="en-US" sz="1800" b="1" dirty="0">
                <a:solidFill>
                  <a:srgbClr val="363636"/>
                </a:solidFill>
                <a:latin typeface="+mn-lt"/>
                <a:cs typeface="Arial"/>
              </a:rPr>
              <a:t>showing a part of the AXI protocol</a:t>
            </a:r>
            <a:r>
              <a:rPr lang="en-US" sz="1800" dirty="0">
                <a:solidFill>
                  <a:srgbClr val="363636"/>
                </a:solidFill>
                <a:latin typeface="+mn-lt"/>
                <a:cs typeface="Arial"/>
              </a:rPr>
              <a:t> from </a:t>
            </a:r>
            <a:r>
              <a:rPr lang="en-US" sz="1800" dirty="0" err="1">
                <a:solidFill>
                  <a:srgbClr val="363636"/>
                </a:solidFill>
                <a:latin typeface="+mn-lt"/>
                <a:cs typeface="Arial"/>
              </a:rPr>
              <a:t>Vivado</a:t>
            </a:r>
            <a:r>
              <a:rPr lang="en-US" sz="1800" dirty="0">
                <a:solidFill>
                  <a:srgbClr val="363636"/>
                </a:solidFill>
                <a:latin typeface="+mn-lt"/>
                <a:cs typeface="Arial"/>
              </a:rPr>
              <a:t>. In addition, discuss briefly the reason behind the differences in resource utilization between the resource usage reports from Synthesis and Implementation.</a:t>
            </a:r>
          </a:p>
        </p:txBody>
      </p:sp>
    </p:spTree>
    <p:extLst>
      <p:ext uri="{BB962C8B-B14F-4D97-AF65-F5344CB8AC3E}">
        <p14:creationId xmlns:p14="http://schemas.microsoft.com/office/powerpoint/2010/main" val="5941519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D1BAB-926E-BE08-52B7-47ED509E8B83}"/>
              </a:ext>
            </a:extLst>
          </p:cNvPr>
          <p:cNvSpPr>
            <a:spLocks noGrp="1"/>
          </p:cNvSpPr>
          <p:nvPr>
            <p:ph type="title"/>
          </p:nvPr>
        </p:nvSpPr>
        <p:spPr/>
        <p:txBody>
          <a:bodyPr>
            <a:normAutofit fontScale="90000"/>
          </a:bodyPr>
          <a:lstStyle/>
          <a:p>
            <a:endParaRPr lang="en-US"/>
          </a:p>
        </p:txBody>
      </p:sp>
    </p:spTree>
    <p:extLst>
      <p:ext uri="{BB962C8B-B14F-4D97-AF65-F5344CB8AC3E}">
        <p14:creationId xmlns:p14="http://schemas.microsoft.com/office/powerpoint/2010/main" val="3993795737"/>
      </p:ext>
    </p:extLst>
  </p:cSld>
  <p:clrMapOvr>
    <a:masterClrMapping/>
  </p:clrMapOvr>
</p:sld>
</file>

<file path=ppt/theme/theme1.xml><?xml version="1.0" encoding="utf-8"?>
<a:theme xmlns:a="http://schemas.openxmlformats.org/drawingml/2006/main" name="Office Theme">
  <a:themeElements>
    <a:clrScheme name="UW-Madison theme1">
      <a:dk1>
        <a:srgbClr val="202020"/>
      </a:dk1>
      <a:lt1>
        <a:srgbClr val="FFFFFF"/>
      </a:lt1>
      <a:dk2>
        <a:srgbClr val="101010"/>
      </a:dk2>
      <a:lt2>
        <a:srgbClr val="DADFE1"/>
      </a:lt2>
      <a:accent1>
        <a:srgbClr val="C5050C"/>
      </a:accent1>
      <a:accent2>
        <a:srgbClr val="C5050C"/>
      </a:accent2>
      <a:accent3>
        <a:srgbClr val="9B0000"/>
      </a:accent3>
      <a:accent4>
        <a:srgbClr val="FCCB51"/>
      </a:accent4>
      <a:accent5>
        <a:srgbClr val="80B3AE"/>
      </a:accent5>
      <a:accent6>
        <a:srgbClr val="ADADAD"/>
      </a:accent6>
      <a:hlink>
        <a:srgbClr val="0479A8"/>
      </a:hlink>
      <a:folHlink>
        <a:srgbClr val="0479A8"/>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W-Madison-text-Arial-16_9" id="{A9A98CE5-4107-BC4E-8079-0672D8F6A38D}" vid="{7D782E8D-39B3-E84A-BFAE-588729B8D5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5a017a0a-a658-4b72-b1bc-3f117e8b9b8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9E6EC0B245C024F9F37592F77EC8D0F" ma:contentTypeVersion="9" ma:contentTypeDescription="Create a new document." ma:contentTypeScope="" ma:versionID="614bd291482922e0a6b20fd65097dd37">
  <xsd:schema xmlns:xsd="http://www.w3.org/2001/XMLSchema" xmlns:xs="http://www.w3.org/2001/XMLSchema" xmlns:p="http://schemas.microsoft.com/office/2006/metadata/properties" xmlns:ns3="5a017a0a-a658-4b72-b1bc-3f117e8b9b84" xmlns:ns4="273d9f85-6d01-4688-a4ad-d462ae2353e1" targetNamespace="http://schemas.microsoft.com/office/2006/metadata/properties" ma:root="true" ma:fieldsID="d20d4e5769690c8bd2a063e50fbf79d6" ns3:_="" ns4:_="">
    <xsd:import namespace="5a017a0a-a658-4b72-b1bc-3f117e8b9b84"/>
    <xsd:import namespace="273d9f85-6d01-4688-a4ad-d462ae2353e1"/>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_activity" minOccurs="0"/>
                <xsd:element ref="ns3:MediaServiceObjectDetectorVersions"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017a0a-a658-4b72-b1bc-3f117e8b9b8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3"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73d9f85-6d01-4688-a4ad-d462ae2353e1"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4157E09-0C62-4E67-8A0B-9BD6CFD3A23E}">
  <ds:schemaRefs>
    <ds:schemaRef ds:uri="http://schemas.microsoft.com/sharepoint/v3/contenttype/forms"/>
  </ds:schemaRefs>
</ds:datastoreItem>
</file>

<file path=customXml/itemProps2.xml><?xml version="1.0" encoding="utf-8"?>
<ds:datastoreItem xmlns:ds="http://schemas.openxmlformats.org/officeDocument/2006/customXml" ds:itemID="{29FDFB00-E8B7-4286-BAE1-19880F36F6B8}">
  <ds:schemaRefs>
    <ds:schemaRef ds:uri="273d9f85-6d01-4688-a4ad-d462ae2353e1"/>
    <ds:schemaRef ds:uri="5a017a0a-a658-4b72-b1bc-3f117e8b9b8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4D224ED-6A7E-4660-8C11-E9C13F94820C}">
  <ds:schemaRefs>
    <ds:schemaRef ds:uri="273d9f85-6d01-4688-a4ad-d462ae2353e1"/>
    <ds:schemaRef ds:uri="5a017a0a-a658-4b72-b1bc-3f117e8b9b8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UW-Madison-text-Arial-16_9</Template>
  <TotalTime>2309</TotalTime>
  <Words>1265</Words>
  <Application>Microsoft Office PowerPoint</Application>
  <PresentationFormat>Widescreen</PresentationFormat>
  <Paragraphs>79</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Courier New,monospace</vt:lpstr>
      <vt:lpstr>Office Theme</vt:lpstr>
      <vt:lpstr>ECE 554: Minilab 1</vt:lpstr>
      <vt:lpstr>Minilab 1 Description</vt:lpstr>
      <vt:lpstr>Create a project</vt:lpstr>
      <vt:lpstr>Create an IP project</vt:lpstr>
      <vt:lpstr>What to Code (In the IP Project)</vt:lpstr>
      <vt:lpstr>What to Code (In the IP Project)</vt:lpstr>
      <vt:lpstr>Create Board Design (In the main project)</vt:lpstr>
      <vt:lpstr>Create Board Design (In the main project)</vt:lpstr>
      <vt:lpstr>PYNQ Software</vt:lpstr>
      <vt:lpstr>Demo and Report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ABHISHEK BHATTACHARYYA</dc:creator>
  <cp:lastModifiedBy>Abhishek Bhattacharyya</cp:lastModifiedBy>
  <cp:revision>128</cp:revision>
  <dcterms:created xsi:type="dcterms:W3CDTF">2025-01-21T02:18:13Z</dcterms:created>
  <dcterms:modified xsi:type="dcterms:W3CDTF">2026-01-27T09:10:50Z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0x010100A9E6EC0B245C024F9F37592F77EC8D0F</vt:lpwstr>
  </property>
</Properties>
</file>